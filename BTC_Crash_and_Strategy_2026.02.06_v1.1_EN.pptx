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837" r:id="rId6"/>
    <p:sldId id="261" r:id="rId7"/>
    <p:sldId id="262" r:id="rId8"/>
    <p:sldId id="264" r:id="rId9"/>
    <p:sldId id="265" r:id="rId10"/>
    <p:sldId id="266" r:id="rId11"/>
    <p:sldId id="2836" r:id="rId12"/>
    <p:sldId id="267" r:id="rId13"/>
    <p:sldId id="268" r:id="rId14"/>
    <p:sldId id="269" r:id="rId15"/>
    <p:sldId id="270"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55546A6-5EA1-44C9-8737-3352D83F96DF}">
  <a:tblStyle styleId="{555546A6-5EA1-44C9-8737-3352D83F96D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72" y="29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SLIDES_API39580477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SLIDES_API39580477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dirty="0"/>
              <a:t>VERUA LIMITEDの投資家の皆様、本日はお忙しい中お集まりいただきありがとうございます。1月中旬以降、ビットコイン価格が急激に下落しておりますが、当社がどのように市場を分析し、皆様の資産を守るための戦略を実行しているかについてご報告いたします。</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SLIDES_API395804770_3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SLIDES_API395804770_3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本日は大きく5つの項目に分けてご説明します。まず現状の分析から入り、後半では当社が実際に運用している具体的なヘッジ手法とその効果、そして今後の展望についてお話しします。</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SLIDES_API395804770_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SLIDES_API395804770_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第1章として、今回のBTC価格下落を引き起こした外部環境、およびマーケット内部の要因について詳しく見ていきましょう。</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SLIDES_API395804770_8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2" name="Google Shape;902;SLIDES_API395804770_8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マクロ面では、地政学的リスクと金利政策が主な要因です。FRBの金融引き締め政策の長期化観測により、BTCを含むリスク資産からの資金引き揚げが進みました。また、週末の取引量が少ないタイミングでの急落も特徴的でした。</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9"/>
        <p:cNvGrpSpPr/>
        <p:nvPr/>
      </p:nvGrpSpPr>
      <p:grpSpPr>
        <a:xfrm>
          <a:off x="0" y="0"/>
          <a:ext cx="0" cy="0"/>
          <a:chOff x="0" y="0"/>
          <a:chExt cx="0" cy="0"/>
        </a:xfrm>
      </p:grpSpPr>
      <p:sp>
        <p:nvSpPr>
          <p:cNvPr id="1400" name="Google Shape;1400;SLIDES_API395804770_1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1" name="Google Shape;1401;SLIDES_API395804770_1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市場内部では、先物市場での大量ロスカットが発生し、下落が下落を呼ぶ展開となりました。特筆すべきは、これまで市場を支えてきたBTCスポットETFの資産残高が約16%減少したことで、需給バランスが大きく崩れたことがわかります。</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7"/>
        <p:cNvGrpSpPr/>
        <p:nvPr/>
      </p:nvGrpSpPr>
      <p:grpSpPr>
        <a:xfrm>
          <a:off x="0" y="0"/>
          <a:ext cx="0" cy="0"/>
          <a:chOff x="0" y="0"/>
          <a:chExt cx="0" cy="0"/>
        </a:xfrm>
      </p:grpSpPr>
      <p:sp>
        <p:nvSpPr>
          <p:cNvPr id="1928" name="Google Shape;1928;SLIDES_API395804770_18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9" name="Google Shape;1929;SLIDES_API395804770_18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第2章では、このような下落局面において、当社がいかにして資産価値を守っているか、その具体的な手法を解説します。</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5"/>
        <p:cNvGrpSpPr/>
        <p:nvPr/>
      </p:nvGrpSpPr>
      <p:grpSpPr>
        <a:xfrm>
          <a:off x="0" y="0"/>
          <a:ext cx="0" cy="0"/>
          <a:chOff x="0" y="0"/>
          <a:chExt cx="0" cy="0"/>
        </a:xfrm>
      </p:grpSpPr>
      <p:sp>
        <p:nvSpPr>
          <p:cNvPr id="1936" name="Google Shape;1936;SLIDES_API395804770_18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7" name="Google Shape;1937;SLIDES_API395804770_18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当社では主に「先物」と「プットオプション」を組み合わせています。先物は価格を固定して確実に守るため、プットオプションは下落に備えつつ上昇時のチャンスを捨てることなく保有するために活用しています。</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1"/>
        <p:cNvGrpSpPr/>
        <p:nvPr/>
      </p:nvGrpSpPr>
      <p:grpSpPr>
        <a:xfrm>
          <a:off x="0" y="0"/>
          <a:ext cx="0" cy="0"/>
          <a:chOff x="0" y="0"/>
          <a:chExt cx="0" cy="0"/>
        </a:xfrm>
      </p:grpSpPr>
      <p:sp>
        <p:nvSpPr>
          <p:cNvPr id="3202" name="Google Shape;3202;SLIDES_API395804770_3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3" name="Google Shape;3203;SLIDES_API395804770_3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第3章では、現在の当社のポートフォリオ状況と、実際に適用している運用モデルについてご報告します。</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9"/>
        <p:cNvGrpSpPr/>
        <p:nvPr/>
      </p:nvGrpSpPr>
      <p:grpSpPr>
        <a:xfrm>
          <a:off x="0" y="0"/>
          <a:ext cx="0" cy="0"/>
          <a:chOff x="0" y="0"/>
          <a:chExt cx="0" cy="0"/>
        </a:xfrm>
      </p:grpSpPr>
      <p:sp>
        <p:nvSpPr>
          <p:cNvPr id="3210" name="Google Shape;3210;SLIDES_API395804770_3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1" name="Google Shape;3211;SLIDES_API395804770_3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当社の現在の運用状況です。保有する100 BTCに対し、約70%のヘッジをかけています。これにより、市場感応度を示すNet Deltaを+40まで抑えており、急落時でも事業継続性を揺るがさない堅固な体制を維持しています。</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2"/>
        <p:cNvGrpSpPr/>
        <p:nvPr/>
      </p:nvGrpSpPr>
      <p:grpSpPr>
        <a:xfrm>
          <a:off x="0" y="0"/>
          <a:ext cx="0" cy="0"/>
          <a:chOff x="0" y="0"/>
          <a:chExt cx="0" cy="0"/>
        </a:xfrm>
      </p:grpSpPr>
      <p:sp>
        <p:nvSpPr>
          <p:cNvPr id="3793" name="Google Shape;3793;SLIDES_API395804770_3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4" name="Google Shape;3794;SLIDES_API395804770_3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こちらは10%の下落を想定したモデルです。現物だけであれば8000万円の損失となりますが、先物とプットを組み合わせることで、最終的な損失を3200万円まで抑え込んでいます。これが当社の「財務防御」の実態です。</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a:extLst>
            <a:ext uri="{FF2B5EF4-FFF2-40B4-BE49-F238E27FC236}">
              <a16:creationId xmlns:a16="http://schemas.microsoft.com/office/drawing/2014/main" id="{9564471A-56A6-AAF2-66C8-D63E16B25957}"/>
            </a:ext>
          </a:extLst>
        </p:cNvPr>
        <p:cNvGrpSpPr/>
        <p:nvPr/>
      </p:nvGrpSpPr>
      <p:grpSpPr>
        <a:xfrm>
          <a:off x="0" y="0"/>
          <a:ext cx="0" cy="0"/>
          <a:chOff x="0" y="0"/>
          <a:chExt cx="0" cy="0"/>
        </a:xfrm>
      </p:grpSpPr>
      <p:sp>
        <p:nvSpPr>
          <p:cNvPr id="867" name="Google Shape;867;SLIDES_API1270194375_813:notes">
            <a:extLst>
              <a:ext uri="{FF2B5EF4-FFF2-40B4-BE49-F238E27FC236}">
                <a16:creationId xmlns:a16="http://schemas.microsoft.com/office/drawing/2014/main" id="{9451B5D2-8484-3669-A1C6-324E5AE212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SLIDES_API1270194375_813:notes">
            <a:extLst>
              <a:ext uri="{FF2B5EF4-FFF2-40B4-BE49-F238E27FC236}">
                <a16:creationId xmlns:a16="http://schemas.microsoft.com/office/drawing/2014/main" id="{4881BE92-0A56-0A0C-5CEE-FF7064D765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3149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2"/>
        <p:cNvGrpSpPr/>
        <p:nvPr/>
      </p:nvGrpSpPr>
      <p:grpSpPr>
        <a:xfrm>
          <a:off x="0" y="0"/>
          <a:ext cx="0" cy="0"/>
          <a:chOff x="0" y="0"/>
          <a:chExt cx="0" cy="0"/>
        </a:xfrm>
      </p:grpSpPr>
      <p:sp>
        <p:nvSpPr>
          <p:cNvPr id="4353" name="Google Shape;4353;SLIDES_API395804770_4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4" name="Google Shape;4354;SLIDES_API395804770_4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最後に、今後の市場展開に合わせた当社の方針についてご説明します。</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0"/>
        <p:cNvGrpSpPr/>
        <p:nvPr/>
      </p:nvGrpSpPr>
      <p:grpSpPr>
        <a:xfrm>
          <a:off x="0" y="0"/>
          <a:ext cx="0" cy="0"/>
          <a:chOff x="0" y="0"/>
          <a:chExt cx="0" cy="0"/>
        </a:xfrm>
      </p:grpSpPr>
      <p:sp>
        <p:nvSpPr>
          <p:cNvPr id="4361" name="Google Shape;4361;SLIDES_API395804770_4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2" name="Google Shape;4362;SLIDES_API395804770_4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dirty="0"/>
              <a:t>市場が下落し続ける間は、現在の防御姿勢を維持しつつショートポジションでの利益追求も視野に入れます。一方で、底打ちを確認した後は、段階的にBTCを買い増し、カバードオプションなどの手法で安定的なリターンを狙うフェーズへ移行します。</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7"/>
        <p:cNvGrpSpPr/>
        <p:nvPr/>
      </p:nvGrpSpPr>
      <p:grpSpPr>
        <a:xfrm>
          <a:off x="0" y="0"/>
          <a:ext cx="0" cy="0"/>
          <a:chOff x="0" y="0"/>
          <a:chExt cx="0" cy="0"/>
        </a:xfrm>
      </p:grpSpPr>
      <p:sp>
        <p:nvSpPr>
          <p:cNvPr id="4898" name="Google Shape;4898;SLIDES_API395804770_48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9" name="Google Shape;4899;SLIDES_API395804770_48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当社には「72時間プロトコル」という行動指針があります。市場が急変した際には、0日目から3日目にかけて、ヘッジの追加、流動性の確保、そして戦略の再設計を迅速に実行し、投資家の皆様の資産を徹底的に守り抜きます。</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7"/>
        <p:cNvGrpSpPr/>
        <p:nvPr/>
      </p:nvGrpSpPr>
      <p:grpSpPr>
        <a:xfrm>
          <a:off x="0" y="0"/>
          <a:ext cx="0" cy="0"/>
          <a:chOff x="0" y="0"/>
          <a:chExt cx="0" cy="0"/>
        </a:xfrm>
      </p:grpSpPr>
      <p:sp>
        <p:nvSpPr>
          <p:cNvPr id="5438" name="Google Shape;5438;SLIDES_API395804770_5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9" name="Google Shape;5439;SLIDES_API395804770_5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dirty="0"/>
              <a:t>VERUA LIMITEDの運用は、単に価格を当てる投資ではなく、皆様の資産と当社の事業を守るための「財務戦略」です。今後も市場動向を注視し、透明性の高い運用を継続してまいります。ご清聴ありがとうございました。</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
        <p:cNvGrpSpPr/>
        <p:nvPr/>
      </p:nvGrpSpPr>
      <p:grpSpPr>
        <a:xfrm>
          <a:off x="0" y="0"/>
          <a:ext cx="0" cy="0"/>
          <a:chOff x="0" y="0"/>
          <a:chExt cx="0" cy="0"/>
        </a:xfrm>
      </p:grpSpPr>
      <p:sp>
        <p:nvSpPr>
          <p:cNvPr id="54" name="Google Shape;54;p13"/>
          <p:cNvSpPr txBox="1"/>
          <p:nvPr/>
        </p:nvSpPr>
        <p:spPr>
          <a:xfrm>
            <a:off x="476250" y="1321845"/>
            <a:ext cx="7905900" cy="85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3600" b="1" dirty="0">
                <a:solidFill>
                  <a:srgbClr val="333333"/>
                </a:solidFill>
              </a:rPr>
              <a:t>Response to the Bitcoin Market Crash and Financial Strategy</a:t>
            </a:r>
            <a:endParaRPr sz="3600" b="1" dirty="0">
              <a:solidFill>
                <a:srgbClr val="333333"/>
              </a:solidFill>
            </a:endParaRPr>
          </a:p>
        </p:txBody>
      </p:sp>
      <p:sp>
        <p:nvSpPr>
          <p:cNvPr id="55" name="Google Shape;55;p13"/>
          <p:cNvSpPr txBox="1"/>
          <p:nvPr/>
        </p:nvSpPr>
        <p:spPr>
          <a:xfrm>
            <a:off x="476250" y="4286250"/>
            <a:ext cx="23814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1600">
                <a:solidFill>
                  <a:srgbClr val="333333"/>
                </a:solidFill>
              </a:rPr>
              <a:t>2026.02.06</a:t>
            </a:r>
            <a:endParaRPr sz="1600">
              <a:solidFill>
                <a:srgbClr val="333333"/>
              </a:solidFill>
            </a:endParaRPr>
          </a:p>
        </p:txBody>
      </p:sp>
      <p:grpSp>
        <p:nvGrpSpPr>
          <p:cNvPr id="56" name="Google Shape;56;p13"/>
          <p:cNvGrpSpPr/>
          <p:nvPr/>
        </p:nvGrpSpPr>
        <p:grpSpPr>
          <a:xfrm>
            <a:off x="0" y="5086350"/>
            <a:ext cx="9150400" cy="57300"/>
            <a:chOff x="0" y="5086350"/>
            <a:chExt cx="9150400" cy="57300"/>
          </a:xfrm>
        </p:grpSpPr>
        <p:sp>
          <p:nvSpPr>
            <p:cNvPr id="57" name="Google Shape;57;p13"/>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13"/>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 name="Google Shape;59;p13"/>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 name="Google Shape;60;p13"/>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 name="Google Shape;61;p13"/>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 name="Google Shape;62;p13"/>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 name="Google Shape;63;p13"/>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3"/>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 name="Google Shape;65;p13"/>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 name="Google Shape;66;p13"/>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 name="Google Shape;67;p13"/>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 name="Google Shape;68;p13"/>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 name="Google Shape;69;p13"/>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3"/>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3"/>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 name="Google Shape;72;p13"/>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3"/>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 name="Google Shape;74;p13"/>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 name="Google Shape;75;p13"/>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 name="Google Shape;76;p13"/>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 name="Google Shape;77;p13"/>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 name="Google Shape;78;p13"/>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3"/>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 name="Google Shape;80;p13"/>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 name="Google Shape;81;p13"/>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13"/>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13"/>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3"/>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 name="Google Shape;85;p13"/>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 name="Google Shape;86;p13"/>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3"/>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 name="Google Shape;88;p13"/>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9" name="Google Shape;89;p13"/>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 name="Google Shape;90;p13"/>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 name="Google Shape;91;p13"/>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 name="Google Shape;92;p13"/>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3"/>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3"/>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3"/>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 name="Google Shape;96;p13"/>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 name="Google Shape;97;p13"/>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 name="Google Shape;98;p13"/>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 name="Google Shape;99;p13"/>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 name="Google Shape;100;p13"/>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 name="Google Shape;101;p13"/>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 name="Google Shape;102;p13"/>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3"/>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 name="Google Shape;104;p13"/>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 name="Google Shape;105;p13"/>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 name="Google Shape;106;p13"/>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 name="Google Shape;107;p13"/>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 name="Google Shape;108;p13"/>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 name="Google Shape;109;p13"/>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3"/>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13"/>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 name="Google Shape;112;p13"/>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 name="Google Shape;113;p13"/>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 name="Google Shape;114;p13"/>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 name="Google Shape;115;p13"/>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 name="Google Shape;116;p13"/>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 name="Google Shape;117;p13"/>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 name="Google Shape;118;p13"/>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13"/>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 name="Google Shape;120;p13"/>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 name="Google Shape;121;p13"/>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 name="Google Shape;122;p13"/>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 name="Google Shape;123;p13"/>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 name="Google Shape;124;p13"/>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 name="Google Shape;125;p13"/>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 name="Google Shape;126;p13"/>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13"/>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 name="Google Shape;128;p13"/>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 name="Google Shape;129;p13"/>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 name="Google Shape;130;p13"/>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 name="Google Shape;131;p13"/>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 name="Google Shape;132;p13"/>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 name="Google Shape;133;p13"/>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 name="Google Shape;134;p13"/>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13"/>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 name="Google Shape;136;p13"/>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 name="Google Shape;137;p13"/>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 name="Google Shape;138;p13"/>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 name="Google Shape;139;p13"/>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 name="Google Shape;140;p13"/>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 name="Google Shape;141;p13"/>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 name="Google Shape;142;p13"/>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3"/>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 name="Google Shape;144;p13"/>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 name="Google Shape;145;p13"/>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 name="Google Shape;146;p13"/>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 name="Google Shape;147;p13"/>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 name="Google Shape;148;p13"/>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13"/>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13"/>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13"/>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 name="Google Shape;152;p13"/>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 name="Google Shape;153;p13"/>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 name="Google Shape;154;p13"/>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 name="Google Shape;155;p13"/>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 name="Google Shape;156;p13"/>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 name="Google Shape;157;p13"/>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 name="Google Shape;158;p13"/>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13"/>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 name="Google Shape;160;p13"/>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 name="Google Shape;161;p13"/>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 name="Google Shape;162;p13"/>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 name="Google Shape;163;p13"/>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 name="Google Shape;164;p13"/>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 name="Google Shape;165;p13"/>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 name="Google Shape;166;p13"/>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 name="Google Shape;167;p13"/>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 name="Google Shape;168;p13"/>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 name="Google Shape;169;p13"/>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 name="Google Shape;170;p13"/>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 name="Google Shape;171;p13"/>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 name="Google Shape;172;p13"/>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 name="Google Shape;173;p13"/>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 name="Google Shape;174;p13"/>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 name="Google Shape;175;p13"/>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 name="Google Shape;176;p13"/>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 name="Google Shape;177;p13"/>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 name="Google Shape;178;p13"/>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 name="Google Shape;179;p13"/>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 name="Google Shape;180;p13"/>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 name="Google Shape;181;p13"/>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13"/>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 name="Google Shape;183;p13"/>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 name="Google Shape;184;p13"/>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 name="Google Shape;185;p13"/>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 name="Google Shape;186;p13"/>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 name="Google Shape;187;p13"/>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 name="Google Shape;188;p13"/>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 name="Google Shape;189;p13"/>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 name="Google Shape;190;p13"/>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 name="Google Shape;191;p13"/>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 name="Google Shape;192;p13"/>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13"/>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 name="Google Shape;194;p13"/>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 name="Google Shape;195;p13"/>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 name="Google Shape;196;p13"/>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 name="Google Shape;197;p13"/>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 name="Google Shape;198;p13"/>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 name="Google Shape;199;p13"/>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 name="Google Shape;200;p13"/>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 name="Google Shape;201;p13"/>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 name="Google Shape;202;p13"/>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 name="Google Shape;203;p13"/>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 name="Google Shape;204;p13"/>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 name="Google Shape;205;p13"/>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 name="Google Shape;206;p13"/>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 name="Google Shape;207;p13"/>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 name="Google Shape;208;p13"/>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 name="Google Shape;209;p13"/>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 name="Google Shape;210;p13"/>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 name="Google Shape;211;p13"/>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 name="Google Shape;212;p13"/>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 name="Google Shape;213;p13"/>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 name="Google Shape;214;p13"/>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 name="Google Shape;215;p13"/>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 name="Google Shape;216;p13"/>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 name="Google Shape;217;p13"/>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 name="Google Shape;218;p13"/>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 name="Google Shape;219;p13"/>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 name="Google Shape;220;p13"/>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 name="Google Shape;221;p13"/>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 name="Google Shape;222;p13"/>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 name="Google Shape;223;p13"/>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 name="Google Shape;224;p13"/>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13"/>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 name="Google Shape;226;p13"/>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13"/>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 name="Google Shape;228;p13"/>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 name="Google Shape;229;p13"/>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13"/>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13"/>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13"/>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 name="Google Shape;233;p13"/>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13"/>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 name="Google Shape;235;p13"/>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 name="Google Shape;236;p13"/>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 name="Google Shape;237;p13"/>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 name="Google Shape;238;p13"/>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13"/>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 name="Google Shape;240;p13"/>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 name="Google Shape;241;p13"/>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 name="Google Shape;242;p13"/>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 name="Google Shape;243;p13"/>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13"/>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13"/>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13"/>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13"/>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13"/>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13"/>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p13"/>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13"/>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13"/>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13"/>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 name="Google Shape;254;p13"/>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13"/>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13"/>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7" name="Google Shape;257;p13"/>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8" name="Google Shape;258;p13"/>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9" name="Google Shape;259;p13"/>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13"/>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 name="Google Shape;261;p13"/>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2" name="Google Shape;262;p13"/>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13"/>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13"/>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5" name="Google Shape;265;p13"/>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6" name="Google Shape;266;p13"/>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7" name="Google Shape;267;p13"/>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8" name="Google Shape;268;p13"/>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9" name="Google Shape;269;p13"/>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0" name="Google Shape;270;p13"/>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1" name="Google Shape;271;p13"/>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2" name="Google Shape;272;p13"/>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3" name="Google Shape;273;p13"/>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4" name="Google Shape;274;p13"/>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5" name="Google Shape;275;p13"/>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6" name="Google Shape;276;p13"/>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7" name="Google Shape;277;p13"/>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8" name="Google Shape;278;p13"/>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9" name="Google Shape;279;p13"/>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0" name="Google Shape;280;p13"/>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1" name="Google Shape;281;p13"/>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2" name="Google Shape;282;p13"/>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3" name="Google Shape;283;p13"/>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4" name="Google Shape;284;p13"/>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5" name="Google Shape;285;p13"/>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6" name="Google Shape;286;p13"/>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7" name="Google Shape;287;p13"/>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8" name="Google Shape;288;p13"/>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9" name="Google Shape;289;p13"/>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0" name="Google Shape;290;p13"/>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1" name="Google Shape;291;p13"/>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2" name="Google Shape;292;p13"/>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3" name="Google Shape;293;p13"/>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4" name="Google Shape;294;p13"/>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5" name="Google Shape;295;p13"/>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6" name="Google Shape;296;p13"/>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7" name="Google Shape;297;p13"/>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8" name="Google Shape;298;p13"/>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9" name="Google Shape;299;p13"/>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0" name="Google Shape;300;p13"/>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1" name="Google Shape;301;p13"/>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2" name="Google Shape;302;p13"/>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3" name="Google Shape;303;p13"/>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4" name="Google Shape;304;p13"/>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5" name="Google Shape;305;p13"/>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6" name="Google Shape;306;p13"/>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7" name="Google Shape;307;p13"/>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8" name="Google Shape;308;p13"/>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09" name="Google Shape;309;p13"/>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0" name="Google Shape;310;p13"/>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1" name="Google Shape;311;p13"/>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2" name="Google Shape;312;p13"/>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3" name="Google Shape;313;p13"/>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4" name="Google Shape;314;p13"/>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5" name="Google Shape;315;p13"/>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13"/>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7" name="Google Shape;317;p13"/>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8" name="Google Shape;318;p13"/>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9" name="Google Shape;319;p13"/>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0" name="Google Shape;320;p13"/>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 name="Google Shape;321;p13"/>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 name="Google Shape;322;p13"/>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 name="Google Shape;323;p13"/>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 name="Google Shape;324;p13"/>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 name="Google Shape;325;p13"/>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 name="Google Shape;326;p13"/>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 name="Google Shape;327;p13"/>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 name="Google Shape;328;p13"/>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13"/>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 name="Google Shape;330;p13"/>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 name="Google Shape;331;p13"/>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 name="Google Shape;332;p13"/>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 name="Google Shape;333;p13"/>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 name="Google Shape;334;p13"/>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 name="Google Shape;335;p13"/>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 name="Google Shape;336;p13"/>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 name="Google Shape;337;p13"/>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 name="Google Shape;338;p13"/>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 name="Google Shape;339;p13"/>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 name="Google Shape;340;p13"/>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 name="Google Shape;341;p13"/>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 name="Google Shape;342;p13"/>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 name="Google Shape;343;p13"/>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 name="Google Shape;344;p13"/>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13"/>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 name="Google Shape;346;p13"/>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 name="Google Shape;347;p13"/>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 name="Google Shape;348;p13"/>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 name="Google Shape;349;p13"/>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 name="Google Shape;350;p13"/>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 name="Google Shape;351;p13"/>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 name="Google Shape;352;p13"/>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 name="Google Shape;353;p13"/>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13"/>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 name="Google Shape;355;p13"/>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 name="Google Shape;356;p13"/>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 name="Google Shape;357;p13"/>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 name="Google Shape;358;p13"/>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 name="Google Shape;359;p13"/>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 name="Google Shape;360;p13"/>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 name="Google Shape;361;p13"/>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 name="Google Shape;362;p13"/>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 name="Google Shape;363;p13"/>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 name="Google Shape;364;p13"/>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 name="Google Shape;365;p13"/>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13"/>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 name="Google Shape;367;p13"/>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 name="Google Shape;368;p13"/>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 name="Google Shape;369;p13"/>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 name="Google Shape;370;p13"/>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 name="Google Shape;371;p13"/>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 name="Google Shape;372;p13"/>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 name="Google Shape;373;p13"/>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 name="Google Shape;374;p13"/>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 name="Google Shape;375;p13"/>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 name="Google Shape;376;p13"/>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 name="Google Shape;377;p13"/>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 name="Google Shape;378;p13"/>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 name="Google Shape;379;p13"/>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 name="Google Shape;380;p13"/>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 name="Google Shape;381;p13"/>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 name="Google Shape;382;p13"/>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 name="Google Shape;383;p13"/>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 name="Google Shape;384;p13"/>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 name="Google Shape;385;p13"/>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 name="Google Shape;386;p13"/>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 name="Google Shape;387;p13"/>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 name="Google Shape;388;p13"/>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 name="Google Shape;389;p13"/>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 name="Google Shape;390;p13"/>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 name="Google Shape;391;p13"/>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 name="Google Shape;392;p13"/>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 name="Google Shape;393;p13"/>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 name="Google Shape;394;p13"/>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 name="Google Shape;395;p13"/>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 name="Google Shape;396;p13"/>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 name="Google Shape;397;p13"/>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 name="Google Shape;398;p13"/>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 name="Google Shape;399;p13"/>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 name="Google Shape;400;p13"/>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 name="Google Shape;401;p13"/>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 name="Google Shape;402;p13"/>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 name="Google Shape;403;p13"/>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 name="Google Shape;404;p13"/>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 name="Google Shape;405;p13"/>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 name="Google Shape;406;p13"/>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 name="Google Shape;407;p13"/>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 name="Google Shape;408;p13"/>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 name="Google Shape;409;p13"/>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 name="Google Shape;410;p13"/>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 name="Google Shape;411;p13"/>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13"/>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 name="Google Shape;413;p13"/>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 name="Google Shape;414;p13"/>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 name="Google Shape;415;p13"/>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 name="Google Shape;416;p13"/>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 name="テキスト ボックス 2">
            <a:extLst>
              <a:ext uri="{FF2B5EF4-FFF2-40B4-BE49-F238E27FC236}">
                <a16:creationId xmlns:a16="http://schemas.microsoft.com/office/drawing/2014/main" id="{922D9AA5-3145-F572-9D5C-6494A8D356FA}"/>
              </a:ext>
            </a:extLst>
          </p:cNvPr>
          <p:cNvSpPr txBox="1"/>
          <p:nvPr/>
        </p:nvSpPr>
        <p:spPr>
          <a:xfrm>
            <a:off x="6960765" y="4476750"/>
            <a:ext cx="1596006" cy="307777"/>
          </a:xfrm>
          <a:prstGeom prst="rect">
            <a:avLst/>
          </a:prstGeom>
          <a:noFill/>
        </p:spPr>
        <p:txBody>
          <a:bodyPr wrap="square">
            <a:spAutoFit/>
          </a:bodyPr>
          <a:lstStyle/>
          <a:p>
            <a:r>
              <a:rPr lang="ja" altLang="ja-JP" dirty="0"/>
              <a:t>VERUA LIMITED</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0"/>
        <p:cNvGrpSpPr/>
        <p:nvPr/>
      </p:nvGrpSpPr>
      <p:grpSpPr>
        <a:xfrm>
          <a:off x="0" y="0"/>
          <a:ext cx="0" cy="0"/>
          <a:chOff x="0" y="0"/>
          <a:chExt cx="0" cy="0"/>
        </a:xfrm>
      </p:grpSpPr>
      <p:sp>
        <p:nvSpPr>
          <p:cNvPr id="421" name="Google Shape;421;p14"/>
          <p:cNvSpPr txBox="1"/>
          <p:nvPr/>
        </p:nvSpPr>
        <p:spPr>
          <a:xfrm>
            <a:off x="238125" y="190499"/>
            <a:ext cx="7905900" cy="77628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2400" b="1" dirty="0">
                <a:solidFill>
                  <a:srgbClr val="333333"/>
                </a:solidFill>
              </a:rPr>
              <a:t>Today's Agenda</a:t>
            </a:r>
            <a:endParaRPr sz="2400" b="1" dirty="0">
              <a:solidFill>
                <a:srgbClr val="333333"/>
              </a:solidFill>
            </a:endParaRPr>
          </a:p>
        </p:txBody>
      </p:sp>
      <p:grpSp>
        <p:nvGrpSpPr>
          <p:cNvPr id="422" name="Google Shape;422;p14"/>
          <p:cNvGrpSpPr/>
          <p:nvPr/>
        </p:nvGrpSpPr>
        <p:grpSpPr>
          <a:xfrm>
            <a:off x="238125" y="762000"/>
            <a:ext cx="2444800" cy="38100"/>
            <a:chOff x="238125" y="762000"/>
            <a:chExt cx="2444800" cy="38100"/>
          </a:xfrm>
        </p:grpSpPr>
        <p:sp>
          <p:nvSpPr>
            <p:cNvPr id="423" name="Google Shape;423;p14"/>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 name="Google Shape;424;p14"/>
            <p:cNvSpPr/>
            <p:nvPr/>
          </p:nvSpPr>
          <p:spPr>
            <a:xfrm>
              <a:off x="2635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 name="Google Shape;425;p14"/>
            <p:cNvSpPr/>
            <p:nvPr/>
          </p:nvSpPr>
          <p:spPr>
            <a:xfrm>
              <a:off x="2889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 name="Google Shape;426;p14"/>
            <p:cNvSpPr/>
            <p:nvPr/>
          </p:nvSpPr>
          <p:spPr>
            <a:xfrm>
              <a:off x="314325"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 name="Google Shape;427;p14"/>
            <p:cNvSpPr/>
            <p:nvPr/>
          </p:nvSpPr>
          <p:spPr>
            <a:xfrm>
              <a:off x="3397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 name="Google Shape;428;p14"/>
            <p:cNvSpPr/>
            <p:nvPr/>
          </p:nvSpPr>
          <p:spPr>
            <a:xfrm>
              <a:off x="3651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 name="Google Shape;429;p14"/>
            <p:cNvSpPr/>
            <p:nvPr/>
          </p:nvSpPr>
          <p:spPr>
            <a:xfrm>
              <a:off x="3905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 name="Google Shape;430;p14"/>
            <p:cNvSpPr/>
            <p:nvPr/>
          </p:nvSpPr>
          <p:spPr>
            <a:xfrm>
              <a:off x="4159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 name="Google Shape;431;p14"/>
            <p:cNvSpPr/>
            <p:nvPr/>
          </p:nvSpPr>
          <p:spPr>
            <a:xfrm>
              <a:off x="441325"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 name="Google Shape;432;p14"/>
            <p:cNvSpPr/>
            <p:nvPr/>
          </p:nvSpPr>
          <p:spPr>
            <a:xfrm>
              <a:off x="4667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 name="Google Shape;433;p14"/>
            <p:cNvSpPr/>
            <p:nvPr/>
          </p:nvSpPr>
          <p:spPr>
            <a:xfrm>
              <a:off x="4921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 name="Google Shape;434;p14"/>
            <p:cNvSpPr/>
            <p:nvPr/>
          </p:nvSpPr>
          <p:spPr>
            <a:xfrm>
              <a:off x="5175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5" name="Google Shape;435;p14"/>
            <p:cNvSpPr/>
            <p:nvPr/>
          </p:nvSpPr>
          <p:spPr>
            <a:xfrm>
              <a:off x="5429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6" name="Google Shape;436;p14"/>
            <p:cNvSpPr/>
            <p:nvPr/>
          </p:nvSpPr>
          <p:spPr>
            <a:xfrm>
              <a:off x="5683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 name="Google Shape;437;p14"/>
            <p:cNvSpPr/>
            <p:nvPr/>
          </p:nvSpPr>
          <p:spPr>
            <a:xfrm>
              <a:off x="5937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 name="Google Shape;438;p14"/>
            <p:cNvSpPr/>
            <p:nvPr/>
          </p:nvSpPr>
          <p:spPr>
            <a:xfrm>
              <a:off x="6191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 name="Google Shape;439;p14"/>
            <p:cNvSpPr/>
            <p:nvPr/>
          </p:nvSpPr>
          <p:spPr>
            <a:xfrm>
              <a:off x="644525"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14"/>
            <p:cNvSpPr/>
            <p:nvPr/>
          </p:nvSpPr>
          <p:spPr>
            <a:xfrm>
              <a:off x="6699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 name="Google Shape;441;p14"/>
            <p:cNvSpPr/>
            <p:nvPr/>
          </p:nvSpPr>
          <p:spPr>
            <a:xfrm>
              <a:off x="6953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 name="Google Shape;442;p14"/>
            <p:cNvSpPr/>
            <p:nvPr/>
          </p:nvSpPr>
          <p:spPr>
            <a:xfrm>
              <a:off x="7207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 name="Google Shape;443;p14"/>
            <p:cNvSpPr/>
            <p:nvPr/>
          </p:nvSpPr>
          <p:spPr>
            <a:xfrm>
              <a:off x="7461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14"/>
            <p:cNvSpPr/>
            <p:nvPr/>
          </p:nvSpPr>
          <p:spPr>
            <a:xfrm>
              <a:off x="7715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14"/>
            <p:cNvSpPr/>
            <p:nvPr/>
          </p:nvSpPr>
          <p:spPr>
            <a:xfrm>
              <a:off x="7969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14"/>
            <p:cNvSpPr/>
            <p:nvPr/>
          </p:nvSpPr>
          <p:spPr>
            <a:xfrm>
              <a:off x="8223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 name="Google Shape;447;p14"/>
            <p:cNvSpPr/>
            <p:nvPr/>
          </p:nvSpPr>
          <p:spPr>
            <a:xfrm>
              <a:off x="8477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 name="Google Shape;448;p14"/>
            <p:cNvSpPr/>
            <p:nvPr/>
          </p:nvSpPr>
          <p:spPr>
            <a:xfrm>
              <a:off x="8731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 name="Google Shape;449;p14"/>
            <p:cNvSpPr/>
            <p:nvPr/>
          </p:nvSpPr>
          <p:spPr>
            <a:xfrm>
              <a:off x="8985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 name="Google Shape;450;p14"/>
            <p:cNvSpPr/>
            <p:nvPr/>
          </p:nvSpPr>
          <p:spPr>
            <a:xfrm>
              <a:off x="9239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 name="Google Shape;451;p14"/>
            <p:cNvSpPr/>
            <p:nvPr/>
          </p:nvSpPr>
          <p:spPr>
            <a:xfrm>
              <a:off x="9493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 name="Google Shape;452;p14"/>
            <p:cNvSpPr/>
            <p:nvPr/>
          </p:nvSpPr>
          <p:spPr>
            <a:xfrm>
              <a:off x="974725"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 name="Google Shape;453;p14"/>
            <p:cNvSpPr/>
            <p:nvPr/>
          </p:nvSpPr>
          <p:spPr>
            <a:xfrm>
              <a:off x="10001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 name="Google Shape;454;p14"/>
            <p:cNvSpPr/>
            <p:nvPr/>
          </p:nvSpPr>
          <p:spPr>
            <a:xfrm>
              <a:off x="10255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 name="Google Shape;455;p14"/>
            <p:cNvSpPr/>
            <p:nvPr/>
          </p:nvSpPr>
          <p:spPr>
            <a:xfrm>
              <a:off x="10509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 name="Google Shape;456;p14"/>
            <p:cNvSpPr/>
            <p:nvPr/>
          </p:nvSpPr>
          <p:spPr>
            <a:xfrm>
              <a:off x="10763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 name="Google Shape;457;p14"/>
            <p:cNvSpPr/>
            <p:nvPr/>
          </p:nvSpPr>
          <p:spPr>
            <a:xfrm>
              <a:off x="11017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 name="Google Shape;458;p14"/>
            <p:cNvSpPr/>
            <p:nvPr/>
          </p:nvSpPr>
          <p:spPr>
            <a:xfrm>
              <a:off x="1127125" y="762000"/>
              <a:ext cx="31800" cy="381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 name="Google Shape;459;p14"/>
            <p:cNvSpPr/>
            <p:nvPr/>
          </p:nvSpPr>
          <p:spPr>
            <a:xfrm>
              <a:off x="11525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 name="Google Shape;460;p14"/>
            <p:cNvSpPr/>
            <p:nvPr/>
          </p:nvSpPr>
          <p:spPr>
            <a:xfrm>
              <a:off x="11779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 name="Google Shape;461;p14"/>
            <p:cNvSpPr/>
            <p:nvPr/>
          </p:nvSpPr>
          <p:spPr>
            <a:xfrm>
              <a:off x="12033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 name="Google Shape;462;p14"/>
            <p:cNvSpPr/>
            <p:nvPr/>
          </p:nvSpPr>
          <p:spPr>
            <a:xfrm>
              <a:off x="12287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 name="Google Shape;463;p14"/>
            <p:cNvSpPr/>
            <p:nvPr/>
          </p:nvSpPr>
          <p:spPr>
            <a:xfrm>
              <a:off x="12541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 name="Google Shape;464;p14"/>
            <p:cNvSpPr/>
            <p:nvPr/>
          </p:nvSpPr>
          <p:spPr>
            <a:xfrm>
              <a:off x="12795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 name="Google Shape;465;p14"/>
            <p:cNvSpPr/>
            <p:nvPr/>
          </p:nvSpPr>
          <p:spPr>
            <a:xfrm>
              <a:off x="13049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 name="Google Shape;466;p14"/>
            <p:cNvSpPr/>
            <p:nvPr/>
          </p:nvSpPr>
          <p:spPr>
            <a:xfrm>
              <a:off x="13303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 name="Google Shape;467;p14"/>
            <p:cNvSpPr/>
            <p:nvPr/>
          </p:nvSpPr>
          <p:spPr>
            <a:xfrm>
              <a:off x="13557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 name="Google Shape;468;p14"/>
            <p:cNvSpPr/>
            <p:nvPr/>
          </p:nvSpPr>
          <p:spPr>
            <a:xfrm>
              <a:off x="13811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 name="Google Shape;469;p14"/>
            <p:cNvSpPr/>
            <p:nvPr/>
          </p:nvSpPr>
          <p:spPr>
            <a:xfrm>
              <a:off x="14065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 name="Google Shape;470;p14"/>
            <p:cNvSpPr/>
            <p:nvPr/>
          </p:nvSpPr>
          <p:spPr>
            <a:xfrm>
              <a:off x="14319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 name="Google Shape;471;p14"/>
            <p:cNvSpPr/>
            <p:nvPr/>
          </p:nvSpPr>
          <p:spPr>
            <a:xfrm>
              <a:off x="14573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 name="Google Shape;472;p14"/>
            <p:cNvSpPr/>
            <p:nvPr/>
          </p:nvSpPr>
          <p:spPr>
            <a:xfrm>
              <a:off x="14827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 name="Google Shape;473;p14"/>
            <p:cNvSpPr/>
            <p:nvPr/>
          </p:nvSpPr>
          <p:spPr>
            <a:xfrm>
              <a:off x="15081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 name="Google Shape;474;p14"/>
            <p:cNvSpPr/>
            <p:nvPr/>
          </p:nvSpPr>
          <p:spPr>
            <a:xfrm>
              <a:off x="15335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 name="Google Shape;475;p14"/>
            <p:cNvSpPr/>
            <p:nvPr/>
          </p:nvSpPr>
          <p:spPr>
            <a:xfrm>
              <a:off x="15589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 name="Google Shape;476;p14"/>
            <p:cNvSpPr/>
            <p:nvPr/>
          </p:nvSpPr>
          <p:spPr>
            <a:xfrm>
              <a:off x="15843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 name="Google Shape;477;p14"/>
            <p:cNvSpPr/>
            <p:nvPr/>
          </p:nvSpPr>
          <p:spPr>
            <a:xfrm>
              <a:off x="16097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 name="Google Shape;478;p14"/>
            <p:cNvSpPr/>
            <p:nvPr/>
          </p:nvSpPr>
          <p:spPr>
            <a:xfrm>
              <a:off x="16351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 name="Google Shape;479;p14"/>
            <p:cNvSpPr/>
            <p:nvPr/>
          </p:nvSpPr>
          <p:spPr>
            <a:xfrm>
              <a:off x="16605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 name="Google Shape;480;p14"/>
            <p:cNvSpPr/>
            <p:nvPr/>
          </p:nvSpPr>
          <p:spPr>
            <a:xfrm>
              <a:off x="16859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 name="Google Shape;481;p14"/>
            <p:cNvSpPr/>
            <p:nvPr/>
          </p:nvSpPr>
          <p:spPr>
            <a:xfrm>
              <a:off x="17113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 name="Google Shape;482;p14"/>
            <p:cNvSpPr/>
            <p:nvPr/>
          </p:nvSpPr>
          <p:spPr>
            <a:xfrm>
              <a:off x="17367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 name="Google Shape;483;p14"/>
            <p:cNvSpPr/>
            <p:nvPr/>
          </p:nvSpPr>
          <p:spPr>
            <a:xfrm>
              <a:off x="1762125" y="762000"/>
              <a:ext cx="31800" cy="381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 name="Google Shape;484;p14"/>
            <p:cNvSpPr/>
            <p:nvPr/>
          </p:nvSpPr>
          <p:spPr>
            <a:xfrm>
              <a:off x="17875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 name="Google Shape;485;p14"/>
            <p:cNvSpPr/>
            <p:nvPr/>
          </p:nvSpPr>
          <p:spPr>
            <a:xfrm>
              <a:off x="18129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14"/>
            <p:cNvSpPr/>
            <p:nvPr/>
          </p:nvSpPr>
          <p:spPr>
            <a:xfrm>
              <a:off x="18383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 name="Google Shape;487;p14"/>
            <p:cNvSpPr/>
            <p:nvPr/>
          </p:nvSpPr>
          <p:spPr>
            <a:xfrm>
              <a:off x="18637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14"/>
            <p:cNvSpPr/>
            <p:nvPr/>
          </p:nvSpPr>
          <p:spPr>
            <a:xfrm>
              <a:off x="18891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 name="Google Shape;489;p14"/>
            <p:cNvSpPr/>
            <p:nvPr/>
          </p:nvSpPr>
          <p:spPr>
            <a:xfrm>
              <a:off x="191452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 name="Google Shape;490;p14"/>
            <p:cNvSpPr/>
            <p:nvPr/>
          </p:nvSpPr>
          <p:spPr>
            <a:xfrm>
              <a:off x="19399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 name="Google Shape;491;p14"/>
            <p:cNvSpPr/>
            <p:nvPr/>
          </p:nvSpPr>
          <p:spPr>
            <a:xfrm>
              <a:off x="19653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 name="Google Shape;492;p14"/>
            <p:cNvSpPr/>
            <p:nvPr/>
          </p:nvSpPr>
          <p:spPr>
            <a:xfrm>
              <a:off x="19907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 name="Google Shape;493;p14"/>
            <p:cNvSpPr/>
            <p:nvPr/>
          </p:nvSpPr>
          <p:spPr>
            <a:xfrm>
              <a:off x="20161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 name="Google Shape;494;p14"/>
            <p:cNvSpPr/>
            <p:nvPr/>
          </p:nvSpPr>
          <p:spPr>
            <a:xfrm>
              <a:off x="20415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14"/>
            <p:cNvSpPr/>
            <p:nvPr/>
          </p:nvSpPr>
          <p:spPr>
            <a:xfrm>
              <a:off x="20669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 name="Google Shape;496;p14"/>
            <p:cNvSpPr/>
            <p:nvPr/>
          </p:nvSpPr>
          <p:spPr>
            <a:xfrm>
              <a:off x="20923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 name="Google Shape;497;p14"/>
            <p:cNvSpPr/>
            <p:nvPr/>
          </p:nvSpPr>
          <p:spPr>
            <a:xfrm>
              <a:off x="21177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 name="Google Shape;498;p14"/>
            <p:cNvSpPr/>
            <p:nvPr/>
          </p:nvSpPr>
          <p:spPr>
            <a:xfrm>
              <a:off x="21431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 name="Google Shape;499;p14"/>
            <p:cNvSpPr/>
            <p:nvPr/>
          </p:nvSpPr>
          <p:spPr>
            <a:xfrm>
              <a:off x="21685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 name="Google Shape;500;p14"/>
            <p:cNvSpPr/>
            <p:nvPr/>
          </p:nvSpPr>
          <p:spPr>
            <a:xfrm>
              <a:off x="21939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 name="Google Shape;501;p14"/>
            <p:cNvSpPr/>
            <p:nvPr/>
          </p:nvSpPr>
          <p:spPr>
            <a:xfrm>
              <a:off x="22193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 name="Google Shape;502;p14"/>
            <p:cNvSpPr/>
            <p:nvPr/>
          </p:nvSpPr>
          <p:spPr>
            <a:xfrm>
              <a:off x="2244725"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 name="Google Shape;503;p14"/>
            <p:cNvSpPr/>
            <p:nvPr/>
          </p:nvSpPr>
          <p:spPr>
            <a:xfrm>
              <a:off x="22701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 name="Google Shape;504;p14"/>
            <p:cNvSpPr/>
            <p:nvPr/>
          </p:nvSpPr>
          <p:spPr>
            <a:xfrm>
              <a:off x="22955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 name="Google Shape;505;p14"/>
            <p:cNvSpPr/>
            <p:nvPr/>
          </p:nvSpPr>
          <p:spPr>
            <a:xfrm>
              <a:off x="23209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 name="Google Shape;506;p14"/>
            <p:cNvSpPr/>
            <p:nvPr/>
          </p:nvSpPr>
          <p:spPr>
            <a:xfrm>
              <a:off x="23463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 name="Google Shape;507;p14"/>
            <p:cNvSpPr/>
            <p:nvPr/>
          </p:nvSpPr>
          <p:spPr>
            <a:xfrm>
              <a:off x="23717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 name="Google Shape;508;p14"/>
            <p:cNvSpPr/>
            <p:nvPr/>
          </p:nvSpPr>
          <p:spPr>
            <a:xfrm>
              <a:off x="23971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 name="Google Shape;509;p14"/>
            <p:cNvSpPr/>
            <p:nvPr/>
          </p:nvSpPr>
          <p:spPr>
            <a:xfrm>
              <a:off x="24225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 name="Google Shape;510;p14"/>
            <p:cNvSpPr/>
            <p:nvPr/>
          </p:nvSpPr>
          <p:spPr>
            <a:xfrm>
              <a:off x="244792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 name="Google Shape;511;p14"/>
            <p:cNvSpPr/>
            <p:nvPr/>
          </p:nvSpPr>
          <p:spPr>
            <a:xfrm>
              <a:off x="24733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 name="Google Shape;512;p14"/>
            <p:cNvSpPr/>
            <p:nvPr/>
          </p:nvSpPr>
          <p:spPr>
            <a:xfrm>
              <a:off x="24987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 name="Google Shape;513;p14"/>
            <p:cNvSpPr/>
            <p:nvPr/>
          </p:nvSpPr>
          <p:spPr>
            <a:xfrm>
              <a:off x="25241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 name="Google Shape;514;p14"/>
            <p:cNvSpPr/>
            <p:nvPr/>
          </p:nvSpPr>
          <p:spPr>
            <a:xfrm>
              <a:off x="25495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 name="Google Shape;515;p14"/>
            <p:cNvSpPr/>
            <p:nvPr/>
          </p:nvSpPr>
          <p:spPr>
            <a:xfrm>
              <a:off x="2574925"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 name="Google Shape;516;p14"/>
            <p:cNvSpPr/>
            <p:nvPr/>
          </p:nvSpPr>
          <p:spPr>
            <a:xfrm>
              <a:off x="26003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 name="Google Shape;517;p14"/>
            <p:cNvSpPr/>
            <p:nvPr/>
          </p:nvSpPr>
          <p:spPr>
            <a:xfrm>
              <a:off x="26257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 name="Google Shape;518;p14"/>
            <p:cNvSpPr/>
            <p:nvPr/>
          </p:nvSpPr>
          <p:spPr>
            <a:xfrm>
              <a:off x="2651125"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19" name="Google Shape;519;p14"/>
          <p:cNvSpPr/>
          <p:nvPr/>
        </p:nvSpPr>
        <p:spPr>
          <a:xfrm>
            <a:off x="523875" y="1409700"/>
            <a:ext cx="266700" cy="2667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200" b="1">
                <a:solidFill>
                  <a:srgbClr val="FFFFFF"/>
                </a:solidFill>
              </a:rPr>
              <a:t>1</a:t>
            </a:r>
            <a:endParaRPr sz="1200" b="1">
              <a:solidFill>
                <a:srgbClr val="FFFFFF"/>
              </a:solidFill>
            </a:endParaRPr>
          </a:p>
        </p:txBody>
      </p:sp>
      <p:sp>
        <p:nvSpPr>
          <p:cNvPr id="520" name="Google Shape;520;p14"/>
          <p:cNvSpPr txBox="1"/>
          <p:nvPr/>
        </p:nvSpPr>
        <p:spPr>
          <a:xfrm>
            <a:off x="923925" y="1390650"/>
            <a:ext cx="8001000" cy="30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Analysis of the macroeconomic factors behind the sudden drop in BTC prices</a:t>
            </a:r>
            <a:endParaRPr dirty="0">
              <a:solidFill>
                <a:srgbClr val="333333"/>
              </a:solidFill>
            </a:endParaRPr>
          </a:p>
        </p:txBody>
      </p:sp>
      <p:sp>
        <p:nvSpPr>
          <p:cNvPr id="521" name="Google Shape;521;p14"/>
          <p:cNvSpPr/>
          <p:nvPr/>
        </p:nvSpPr>
        <p:spPr>
          <a:xfrm>
            <a:off x="523875" y="2100263"/>
            <a:ext cx="266700" cy="2667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200" b="1">
                <a:solidFill>
                  <a:srgbClr val="FFFFFF"/>
                </a:solidFill>
              </a:rPr>
              <a:t>2</a:t>
            </a:r>
            <a:endParaRPr sz="1200" b="1">
              <a:solidFill>
                <a:srgbClr val="FFFFFF"/>
              </a:solidFill>
            </a:endParaRPr>
          </a:p>
        </p:txBody>
      </p:sp>
      <p:sp>
        <p:nvSpPr>
          <p:cNvPr id="522" name="Google Shape;522;p14"/>
          <p:cNvSpPr txBox="1"/>
          <p:nvPr/>
        </p:nvSpPr>
        <p:spPr>
          <a:xfrm>
            <a:off x="923925" y="2081213"/>
            <a:ext cx="8001000" cy="30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solidFill>
                  <a:srgbClr val="333333"/>
                </a:solidFill>
              </a:rPr>
              <a:t>Analysis of market factors</a:t>
            </a:r>
            <a:endParaRPr dirty="0">
              <a:solidFill>
                <a:srgbClr val="333333"/>
              </a:solidFill>
            </a:endParaRPr>
          </a:p>
        </p:txBody>
      </p:sp>
      <p:sp>
        <p:nvSpPr>
          <p:cNvPr id="523" name="Google Shape;523;p14"/>
          <p:cNvSpPr/>
          <p:nvPr/>
        </p:nvSpPr>
        <p:spPr>
          <a:xfrm>
            <a:off x="523875" y="2790825"/>
            <a:ext cx="266700" cy="2667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200" b="1">
                <a:solidFill>
                  <a:srgbClr val="FFFFFF"/>
                </a:solidFill>
              </a:rPr>
              <a:t>3</a:t>
            </a:r>
            <a:endParaRPr sz="1200" b="1">
              <a:solidFill>
                <a:srgbClr val="FFFFFF"/>
              </a:solidFill>
            </a:endParaRPr>
          </a:p>
        </p:txBody>
      </p:sp>
      <p:sp>
        <p:nvSpPr>
          <p:cNvPr id="524" name="Google Shape;524;p14"/>
          <p:cNvSpPr txBox="1"/>
          <p:nvPr/>
        </p:nvSpPr>
        <p:spPr>
          <a:xfrm>
            <a:off x="923925" y="2771775"/>
            <a:ext cx="8001000" cy="30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Common hedging techniques to reduce losses</a:t>
            </a:r>
            <a:endParaRPr dirty="0">
              <a:solidFill>
                <a:srgbClr val="333333"/>
              </a:solidFill>
            </a:endParaRPr>
          </a:p>
        </p:txBody>
      </p:sp>
      <p:sp>
        <p:nvSpPr>
          <p:cNvPr id="525" name="Google Shape;525;p14"/>
          <p:cNvSpPr/>
          <p:nvPr/>
        </p:nvSpPr>
        <p:spPr>
          <a:xfrm>
            <a:off x="523875" y="3481388"/>
            <a:ext cx="266700" cy="2667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200" b="1">
                <a:solidFill>
                  <a:srgbClr val="FFFFFF"/>
                </a:solidFill>
              </a:rPr>
              <a:t>4</a:t>
            </a:r>
            <a:endParaRPr sz="1200" b="1">
              <a:solidFill>
                <a:srgbClr val="FFFFFF"/>
              </a:solidFill>
            </a:endParaRPr>
          </a:p>
        </p:txBody>
      </p:sp>
      <p:sp>
        <p:nvSpPr>
          <p:cNvPr id="526" name="Google Shape;526;p14"/>
          <p:cNvSpPr txBox="1"/>
          <p:nvPr/>
        </p:nvSpPr>
        <p:spPr>
          <a:xfrm>
            <a:off x="923925" y="3462338"/>
            <a:ext cx="8001000" cy="30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VERUA LIMITED's expected position</a:t>
            </a:r>
            <a:endParaRPr dirty="0">
              <a:solidFill>
                <a:srgbClr val="333333"/>
              </a:solidFill>
            </a:endParaRPr>
          </a:p>
        </p:txBody>
      </p:sp>
      <p:sp>
        <p:nvSpPr>
          <p:cNvPr id="527" name="Google Shape;527;p14"/>
          <p:cNvSpPr/>
          <p:nvPr/>
        </p:nvSpPr>
        <p:spPr>
          <a:xfrm>
            <a:off x="523875" y="4171950"/>
            <a:ext cx="266700" cy="2667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1200" b="1">
                <a:solidFill>
                  <a:srgbClr val="FFFFFF"/>
                </a:solidFill>
              </a:rPr>
              <a:t>5</a:t>
            </a:r>
            <a:endParaRPr sz="1200" b="1">
              <a:solidFill>
                <a:srgbClr val="FFFFFF"/>
              </a:solidFill>
            </a:endParaRPr>
          </a:p>
        </p:txBody>
      </p:sp>
      <p:sp>
        <p:nvSpPr>
          <p:cNvPr id="528" name="Google Shape;528;p14"/>
          <p:cNvSpPr txBox="1"/>
          <p:nvPr/>
        </p:nvSpPr>
        <p:spPr>
          <a:xfrm>
            <a:off x="923925" y="4152900"/>
            <a:ext cx="8001000" cy="30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Future management policy and financial defense</a:t>
            </a:r>
            <a:endParaRPr dirty="0">
              <a:solidFill>
                <a:srgbClr val="333333"/>
              </a:solidFill>
            </a:endParaRPr>
          </a:p>
        </p:txBody>
      </p:sp>
      <p:grpSp>
        <p:nvGrpSpPr>
          <p:cNvPr id="529" name="Google Shape;529;p14"/>
          <p:cNvGrpSpPr/>
          <p:nvPr/>
        </p:nvGrpSpPr>
        <p:grpSpPr>
          <a:xfrm>
            <a:off x="0" y="5086350"/>
            <a:ext cx="9150400" cy="57300"/>
            <a:chOff x="0" y="5086350"/>
            <a:chExt cx="9150400" cy="57300"/>
          </a:xfrm>
        </p:grpSpPr>
        <p:sp>
          <p:nvSpPr>
            <p:cNvPr id="530" name="Google Shape;530;p14"/>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 name="Google Shape;531;p14"/>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 name="Google Shape;532;p14"/>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 name="Google Shape;533;p14"/>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 name="Google Shape;534;p14"/>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 name="Google Shape;535;p14"/>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 name="Google Shape;536;p14"/>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 name="Google Shape;537;p14"/>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 name="Google Shape;538;p14"/>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 name="Google Shape;539;p14"/>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 name="Google Shape;540;p14"/>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 name="Google Shape;541;p14"/>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 name="Google Shape;542;p14"/>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 name="Google Shape;543;p14"/>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4" name="Google Shape;544;p14"/>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5" name="Google Shape;545;p14"/>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6" name="Google Shape;546;p14"/>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7" name="Google Shape;547;p14"/>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8" name="Google Shape;548;p14"/>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9" name="Google Shape;549;p14"/>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0" name="Google Shape;550;p14"/>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1" name="Google Shape;551;p14"/>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2" name="Google Shape;552;p14"/>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3" name="Google Shape;553;p14"/>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4" name="Google Shape;554;p14"/>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5" name="Google Shape;555;p14"/>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6" name="Google Shape;556;p14"/>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7" name="Google Shape;557;p14"/>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8" name="Google Shape;558;p14"/>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59" name="Google Shape;559;p14"/>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0" name="Google Shape;560;p14"/>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1" name="Google Shape;561;p14"/>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2" name="Google Shape;562;p14"/>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3" name="Google Shape;563;p14"/>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4" name="Google Shape;564;p14"/>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5" name="Google Shape;565;p14"/>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6" name="Google Shape;566;p14"/>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7" name="Google Shape;567;p14"/>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8" name="Google Shape;568;p14"/>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9" name="Google Shape;569;p14"/>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0" name="Google Shape;570;p14"/>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1" name="Google Shape;571;p14"/>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2" name="Google Shape;572;p14"/>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3" name="Google Shape;573;p14"/>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4" name="Google Shape;574;p14"/>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5" name="Google Shape;575;p14"/>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6" name="Google Shape;576;p14"/>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7" name="Google Shape;577;p14"/>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8" name="Google Shape;578;p14"/>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9" name="Google Shape;579;p14"/>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0" name="Google Shape;580;p14"/>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1" name="Google Shape;581;p14"/>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2" name="Google Shape;582;p14"/>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3" name="Google Shape;583;p14"/>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4" name="Google Shape;584;p14"/>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5" name="Google Shape;585;p14"/>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6" name="Google Shape;586;p14"/>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7" name="Google Shape;587;p14"/>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8" name="Google Shape;588;p14"/>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9" name="Google Shape;589;p14"/>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0" name="Google Shape;590;p14"/>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1" name="Google Shape;591;p14"/>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2" name="Google Shape;592;p14"/>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3" name="Google Shape;593;p14"/>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4" name="Google Shape;594;p14"/>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5" name="Google Shape;595;p14"/>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6" name="Google Shape;596;p14"/>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7" name="Google Shape;597;p14"/>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8" name="Google Shape;598;p14"/>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99" name="Google Shape;599;p14"/>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0" name="Google Shape;600;p14"/>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1" name="Google Shape;601;p14"/>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2" name="Google Shape;602;p14"/>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3" name="Google Shape;603;p14"/>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4" name="Google Shape;604;p14"/>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5" name="Google Shape;605;p14"/>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6" name="Google Shape;606;p14"/>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7" name="Google Shape;607;p14"/>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8" name="Google Shape;608;p14"/>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9" name="Google Shape;609;p14"/>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0" name="Google Shape;610;p14"/>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1" name="Google Shape;611;p14"/>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2" name="Google Shape;612;p14"/>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3" name="Google Shape;613;p14"/>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4" name="Google Shape;614;p14"/>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5" name="Google Shape;615;p14"/>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6" name="Google Shape;616;p14"/>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7" name="Google Shape;617;p14"/>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8" name="Google Shape;618;p14"/>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19" name="Google Shape;619;p14"/>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0" name="Google Shape;620;p14"/>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1" name="Google Shape;621;p14"/>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2" name="Google Shape;622;p14"/>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3" name="Google Shape;623;p14"/>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4" name="Google Shape;624;p14"/>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5" name="Google Shape;625;p14"/>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6" name="Google Shape;626;p14"/>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7" name="Google Shape;627;p14"/>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8" name="Google Shape;628;p14"/>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9" name="Google Shape;629;p14"/>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0" name="Google Shape;630;p14"/>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1" name="Google Shape;631;p14"/>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2" name="Google Shape;632;p14"/>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3" name="Google Shape;633;p14"/>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4" name="Google Shape;634;p14"/>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5" name="Google Shape;635;p14"/>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6" name="Google Shape;636;p14"/>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7" name="Google Shape;637;p14"/>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8" name="Google Shape;638;p14"/>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39" name="Google Shape;639;p14"/>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0" name="Google Shape;640;p14"/>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1" name="Google Shape;641;p14"/>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2" name="Google Shape;642;p14"/>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3" name="Google Shape;643;p14"/>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4" name="Google Shape;644;p14"/>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5" name="Google Shape;645;p14"/>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6" name="Google Shape;646;p14"/>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7" name="Google Shape;647;p14"/>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8" name="Google Shape;648;p14"/>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9" name="Google Shape;649;p14"/>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0" name="Google Shape;650;p14"/>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1" name="Google Shape;651;p14"/>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2" name="Google Shape;652;p14"/>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3" name="Google Shape;653;p14"/>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4" name="Google Shape;654;p14"/>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5" name="Google Shape;655;p14"/>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6" name="Google Shape;656;p14"/>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7" name="Google Shape;657;p14"/>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8" name="Google Shape;658;p14"/>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9" name="Google Shape;659;p14"/>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0" name="Google Shape;660;p14"/>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1" name="Google Shape;661;p14"/>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2" name="Google Shape;662;p14"/>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3" name="Google Shape;663;p14"/>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4" name="Google Shape;664;p14"/>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5" name="Google Shape;665;p14"/>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6" name="Google Shape;666;p14"/>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7" name="Google Shape;667;p14"/>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8" name="Google Shape;668;p14"/>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9" name="Google Shape;669;p14"/>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0" name="Google Shape;670;p14"/>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1" name="Google Shape;671;p14"/>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2" name="Google Shape;672;p14"/>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3" name="Google Shape;673;p14"/>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4" name="Google Shape;674;p14"/>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5" name="Google Shape;675;p14"/>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6" name="Google Shape;676;p14"/>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7" name="Google Shape;677;p14"/>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8" name="Google Shape;678;p14"/>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79" name="Google Shape;679;p14"/>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0" name="Google Shape;680;p14"/>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1" name="Google Shape;681;p14"/>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2" name="Google Shape;682;p14"/>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3" name="Google Shape;683;p14"/>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4" name="Google Shape;684;p14"/>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5" name="Google Shape;685;p14"/>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6" name="Google Shape;686;p14"/>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7" name="Google Shape;687;p14"/>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8" name="Google Shape;688;p14"/>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9" name="Google Shape;689;p14"/>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0" name="Google Shape;690;p14"/>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1" name="Google Shape;691;p14"/>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2" name="Google Shape;692;p14"/>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3" name="Google Shape;693;p14"/>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4" name="Google Shape;694;p14"/>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5" name="Google Shape;695;p14"/>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6" name="Google Shape;696;p14"/>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7" name="Google Shape;697;p14"/>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8" name="Google Shape;698;p14"/>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99" name="Google Shape;699;p14"/>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0" name="Google Shape;700;p14"/>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1" name="Google Shape;701;p14"/>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2" name="Google Shape;702;p14"/>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3" name="Google Shape;703;p14"/>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4" name="Google Shape;704;p14"/>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5" name="Google Shape;705;p14"/>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6" name="Google Shape;706;p14"/>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7" name="Google Shape;707;p14"/>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8" name="Google Shape;708;p14"/>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9" name="Google Shape;709;p14"/>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0" name="Google Shape;710;p14"/>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1" name="Google Shape;711;p14"/>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2" name="Google Shape;712;p14"/>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3" name="Google Shape;713;p14"/>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4" name="Google Shape;714;p14"/>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5" name="Google Shape;715;p14"/>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6" name="Google Shape;716;p14"/>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7" name="Google Shape;717;p14"/>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8" name="Google Shape;718;p14"/>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9" name="Google Shape;719;p14"/>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0" name="Google Shape;720;p14"/>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1" name="Google Shape;721;p14"/>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2" name="Google Shape;722;p14"/>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3" name="Google Shape;723;p14"/>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4" name="Google Shape;724;p14"/>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5" name="Google Shape;725;p14"/>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6" name="Google Shape;726;p14"/>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7" name="Google Shape;727;p14"/>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8" name="Google Shape;728;p14"/>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9" name="Google Shape;729;p14"/>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0" name="Google Shape;730;p14"/>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1" name="Google Shape;731;p14"/>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2" name="Google Shape;732;p14"/>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3" name="Google Shape;733;p14"/>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4" name="Google Shape;734;p14"/>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5" name="Google Shape;735;p14"/>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6" name="Google Shape;736;p14"/>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7" name="Google Shape;737;p14"/>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8" name="Google Shape;738;p14"/>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9" name="Google Shape;739;p14"/>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0" name="Google Shape;740;p14"/>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1" name="Google Shape;741;p14"/>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2" name="Google Shape;742;p14"/>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3" name="Google Shape;743;p14"/>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4" name="Google Shape;744;p14"/>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5" name="Google Shape;745;p14"/>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6" name="Google Shape;746;p14"/>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7" name="Google Shape;747;p14"/>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8" name="Google Shape;748;p14"/>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9" name="Google Shape;749;p14"/>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0" name="Google Shape;750;p14"/>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1" name="Google Shape;751;p14"/>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2" name="Google Shape;752;p14"/>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3" name="Google Shape;753;p14"/>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4" name="Google Shape;754;p14"/>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5" name="Google Shape;755;p14"/>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6" name="Google Shape;756;p14"/>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7" name="Google Shape;757;p14"/>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8" name="Google Shape;758;p14"/>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59" name="Google Shape;759;p14"/>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0" name="Google Shape;760;p14"/>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1" name="Google Shape;761;p14"/>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2" name="Google Shape;762;p14"/>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3" name="Google Shape;763;p14"/>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4" name="Google Shape;764;p14"/>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5" name="Google Shape;765;p14"/>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6" name="Google Shape;766;p14"/>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7" name="Google Shape;767;p14"/>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8" name="Google Shape;768;p14"/>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69" name="Google Shape;769;p14"/>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0" name="Google Shape;770;p14"/>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1" name="Google Shape;771;p14"/>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2" name="Google Shape;772;p14"/>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3" name="Google Shape;773;p14"/>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4" name="Google Shape;774;p14"/>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5" name="Google Shape;775;p14"/>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6" name="Google Shape;776;p14"/>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7" name="Google Shape;777;p14"/>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8" name="Google Shape;778;p14"/>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79" name="Google Shape;779;p14"/>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0" name="Google Shape;780;p14"/>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1" name="Google Shape;781;p14"/>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2" name="Google Shape;782;p14"/>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3" name="Google Shape;783;p14"/>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4" name="Google Shape;784;p14"/>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5" name="Google Shape;785;p14"/>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6" name="Google Shape;786;p14"/>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7" name="Google Shape;787;p14"/>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8" name="Google Shape;788;p14"/>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89" name="Google Shape;789;p14"/>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0" name="Google Shape;790;p14"/>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1" name="Google Shape;791;p14"/>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2" name="Google Shape;792;p14"/>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3" name="Google Shape;793;p14"/>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4" name="Google Shape;794;p14"/>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5" name="Google Shape;795;p14"/>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6" name="Google Shape;796;p14"/>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7" name="Google Shape;797;p14"/>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8" name="Google Shape;798;p14"/>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9" name="Google Shape;799;p14"/>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0" name="Google Shape;800;p14"/>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1" name="Google Shape;801;p14"/>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2" name="Google Shape;802;p14"/>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3" name="Google Shape;803;p14"/>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4" name="Google Shape;804;p14"/>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5" name="Google Shape;805;p14"/>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6" name="Google Shape;806;p14"/>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7" name="Google Shape;807;p14"/>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8" name="Google Shape;808;p14"/>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09" name="Google Shape;809;p14"/>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0" name="Google Shape;810;p14"/>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1" name="Google Shape;811;p14"/>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2" name="Google Shape;812;p14"/>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3" name="Google Shape;813;p14"/>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4" name="Google Shape;814;p14"/>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5" name="Google Shape;815;p14"/>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6" name="Google Shape;816;p14"/>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7" name="Google Shape;817;p14"/>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8" name="Google Shape;818;p14"/>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19" name="Google Shape;819;p14"/>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0" name="Google Shape;820;p14"/>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1" name="Google Shape;821;p14"/>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2" name="Google Shape;822;p14"/>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3" name="Google Shape;823;p14"/>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4" name="Google Shape;824;p14"/>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5" name="Google Shape;825;p14"/>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6" name="Google Shape;826;p14"/>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7" name="Google Shape;827;p14"/>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8" name="Google Shape;828;p14"/>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9" name="Google Shape;829;p14"/>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0" name="Google Shape;830;p14"/>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1" name="Google Shape;831;p14"/>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2" name="Google Shape;832;p14"/>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3" name="Google Shape;833;p14"/>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4" name="Google Shape;834;p14"/>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5" name="Google Shape;835;p14"/>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6" name="Google Shape;836;p14"/>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7" name="Google Shape;837;p14"/>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8" name="Google Shape;838;p14"/>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9" name="Google Shape;839;p14"/>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0" name="Google Shape;840;p14"/>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1" name="Google Shape;841;p14"/>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2" name="Google Shape;842;p14"/>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3" name="Google Shape;843;p14"/>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4" name="Google Shape;844;p14"/>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5" name="Google Shape;845;p14"/>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6" name="Google Shape;846;p14"/>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7" name="Google Shape;847;p14"/>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8" name="Google Shape;848;p14"/>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9" name="Google Shape;849;p14"/>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0" name="Google Shape;850;p14"/>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1" name="Google Shape;851;p14"/>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2" name="Google Shape;852;p14"/>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3" name="Google Shape;853;p14"/>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4" name="Google Shape;854;p14"/>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5" name="Google Shape;855;p14"/>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6" name="Google Shape;856;p14"/>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7" name="Google Shape;857;p14"/>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8" name="Google Shape;858;p14"/>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59" name="Google Shape;859;p14"/>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0" name="Google Shape;860;p14"/>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1" name="Google Shape;861;p14"/>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2" name="Google Shape;862;p14"/>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3" name="Google Shape;863;p14"/>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4" name="Google Shape;864;p14"/>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5" name="Google Shape;865;p14"/>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6" name="Google Shape;866;p14"/>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7" name="Google Shape;867;p14"/>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8" name="Google Shape;868;p14"/>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69" name="Google Shape;869;p14"/>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0" name="Google Shape;870;p14"/>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1" name="Google Shape;871;p14"/>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2" name="Google Shape;872;p14"/>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3" name="Google Shape;873;p14"/>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4" name="Google Shape;874;p14"/>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5" name="Google Shape;875;p14"/>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6" name="Google Shape;876;p14"/>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7" name="Google Shape;877;p14"/>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8" name="Google Shape;878;p14"/>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9" name="Google Shape;879;p14"/>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0" name="Google Shape;880;p14"/>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1" name="Google Shape;881;p14"/>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2" name="Google Shape;882;p14"/>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3" name="Google Shape;883;p14"/>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4" name="Google Shape;884;p14"/>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5" name="Google Shape;885;p14"/>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6" name="Google Shape;886;p14"/>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7" name="Google Shape;887;p14"/>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8" name="Google Shape;888;p14"/>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89" name="Google Shape;889;p14"/>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890" name="Google Shape;890;p14"/>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891" name="Google Shape;891;p14"/>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1</a:t>
            </a:r>
            <a:endParaRPr sz="900">
              <a:solidFill>
                <a:srgbClr val="43DFF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Shape 895"/>
        <p:cNvGrpSpPr/>
        <p:nvPr/>
      </p:nvGrpSpPr>
      <p:grpSpPr>
        <a:xfrm>
          <a:off x="0" y="0"/>
          <a:ext cx="0" cy="0"/>
          <a:chOff x="0" y="0"/>
          <a:chExt cx="0" cy="0"/>
        </a:xfrm>
      </p:grpSpPr>
      <p:sp>
        <p:nvSpPr>
          <p:cNvPr id="896" name="Google Shape;896;p15"/>
          <p:cNvSpPr txBox="1"/>
          <p:nvPr/>
        </p:nvSpPr>
        <p:spPr>
          <a:xfrm>
            <a:off x="333375" y="1143000"/>
            <a:ext cx="3810000" cy="19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0" b="1">
                <a:solidFill>
                  <a:srgbClr val="D5E9EC"/>
                </a:solidFill>
              </a:rPr>
              <a:t>01</a:t>
            </a:r>
            <a:endParaRPr sz="18000" b="1">
              <a:solidFill>
                <a:srgbClr val="D5E9EC"/>
              </a:solidFill>
            </a:endParaRPr>
          </a:p>
        </p:txBody>
      </p:sp>
      <p:sp>
        <p:nvSpPr>
          <p:cNvPr id="897" name="Google Shape;897;p15"/>
          <p:cNvSpPr txBox="1"/>
          <p:nvPr/>
        </p:nvSpPr>
        <p:spPr>
          <a:xfrm>
            <a:off x="1200424" y="2225176"/>
            <a:ext cx="6950799" cy="1135924"/>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altLang="ja" sz="3200" b="1" dirty="0">
                <a:solidFill>
                  <a:srgbClr val="333333"/>
                </a:solidFill>
              </a:rPr>
              <a:t>Analysis of the factors behind the sudden drop in BTC prices</a:t>
            </a:r>
            <a:endParaRPr sz="3200" b="1" dirty="0">
              <a:solidFill>
                <a:srgbClr val="333333"/>
              </a:solidFill>
            </a:endParaRPr>
          </a:p>
        </p:txBody>
      </p:sp>
      <p:sp>
        <p:nvSpPr>
          <p:cNvPr id="898" name="Google Shape;898;p15"/>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899" name="Google Shape;899;p15"/>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2</a:t>
            </a:r>
            <a:endParaRPr sz="900">
              <a:solidFill>
                <a:srgbClr val="43DFF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3"/>
        <p:cNvGrpSpPr/>
        <p:nvPr/>
      </p:nvGrpSpPr>
      <p:grpSpPr>
        <a:xfrm>
          <a:off x="0" y="0"/>
          <a:ext cx="0" cy="0"/>
          <a:chOff x="0" y="0"/>
          <a:chExt cx="0" cy="0"/>
        </a:xfrm>
      </p:grpSpPr>
      <p:grpSp>
        <p:nvGrpSpPr>
          <p:cNvPr id="905" name="Google Shape;905;p16"/>
          <p:cNvGrpSpPr/>
          <p:nvPr/>
        </p:nvGrpSpPr>
        <p:grpSpPr>
          <a:xfrm>
            <a:off x="238125" y="762000"/>
            <a:ext cx="3054400" cy="38100"/>
            <a:chOff x="238125" y="762000"/>
            <a:chExt cx="3054400" cy="38100"/>
          </a:xfrm>
        </p:grpSpPr>
        <p:sp>
          <p:nvSpPr>
            <p:cNvPr id="906" name="Google Shape;906;p16"/>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7" name="Google Shape;907;p16"/>
            <p:cNvSpPr/>
            <p:nvPr/>
          </p:nvSpPr>
          <p:spPr>
            <a:xfrm>
              <a:off x="2635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8" name="Google Shape;908;p16"/>
            <p:cNvSpPr/>
            <p:nvPr/>
          </p:nvSpPr>
          <p:spPr>
            <a:xfrm>
              <a:off x="2889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09" name="Google Shape;909;p16"/>
            <p:cNvSpPr/>
            <p:nvPr/>
          </p:nvSpPr>
          <p:spPr>
            <a:xfrm>
              <a:off x="3143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0" name="Google Shape;910;p16"/>
            <p:cNvSpPr/>
            <p:nvPr/>
          </p:nvSpPr>
          <p:spPr>
            <a:xfrm>
              <a:off x="339725" y="762000"/>
              <a:ext cx="31800" cy="381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1" name="Google Shape;911;p16"/>
            <p:cNvSpPr/>
            <p:nvPr/>
          </p:nvSpPr>
          <p:spPr>
            <a:xfrm>
              <a:off x="3651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2" name="Google Shape;912;p16"/>
            <p:cNvSpPr/>
            <p:nvPr/>
          </p:nvSpPr>
          <p:spPr>
            <a:xfrm>
              <a:off x="3905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3" name="Google Shape;913;p16"/>
            <p:cNvSpPr/>
            <p:nvPr/>
          </p:nvSpPr>
          <p:spPr>
            <a:xfrm>
              <a:off x="4159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4" name="Google Shape;914;p16"/>
            <p:cNvSpPr/>
            <p:nvPr/>
          </p:nvSpPr>
          <p:spPr>
            <a:xfrm>
              <a:off x="4413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5" name="Google Shape;915;p16"/>
            <p:cNvSpPr/>
            <p:nvPr/>
          </p:nvSpPr>
          <p:spPr>
            <a:xfrm>
              <a:off x="4667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6" name="Google Shape;916;p16"/>
            <p:cNvSpPr/>
            <p:nvPr/>
          </p:nvSpPr>
          <p:spPr>
            <a:xfrm>
              <a:off x="492125"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7" name="Google Shape;917;p16"/>
            <p:cNvSpPr/>
            <p:nvPr/>
          </p:nvSpPr>
          <p:spPr>
            <a:xfrm>
              <a:off x="5175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8" name="Google Shape;918;p16"/>
            <p:cNvSpPr/>
            <p:nvPr/>
          </p:nvSpPr>
          <p:spPr>
            <a:xfrm>
              <a:off x="5429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19" name="Google Shape;919;p16"/>
            <p:cNvSpPr/>
            <p:nvPr/>
          </p:nvSpPr>
          <p:spPr>
            <a:xfrm>
              <a:off x="5683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0" name="Google Shape;920;p16"/>
            <p:cNvSpPr/>
            <p:nvPr/>
          </p:nvSpPr>
          <p:spPr>
            <a:xfrm>
              <a:off x="5937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1" name="Google Shape;921;p16"/>
            <p:cNvSpPr/>
            <p:nvPr/>
          </p:nvSpPr>
          <p:spPr>
            <a:xfrm>
              <a:off x="6191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2" name="Google Shape;922;p16"/>
            <p:cNvSpPr/>
            <p:nvPr/>
          </p:nvSpPr>
          <p:spPr>
            <a:xfrm>
              <a:off x="6445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3" name="Google Shape;923;p16"/>
            <p:cNvSpPr/>
            <p:nvPr/>
          </p:nvSpPr>
          <p:spPr>
            <a:xfrm>
              <a:off x="6699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4" name="Google Shape;924;p16"/>
            <p:cNvSpPr/>
            <p:nvPr/>
          </p:nvSpPr>
          <p:spPr>
            <a:xfrm>
              <a:off x="6953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5" name="Google Shape;925;p16"/>
            <p:cNvSpPr/>
            <p:nvPr/>
          </p:nvSpPr>
          <p:spPr>
            <a:xfrm>
              <a:off x="7207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6" name="Google Shape;926;p16"/>
            <p:cNvSpPr/>
            <p:nvPr/>
          </p:nvSpPr>
          <p:spPr>
            <a:xfrm>
              <a:off x="746125"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7" name="Google Shape;927;p16"/>
            <p:cNvSpPr/>
            <p:nvPr/>
          </p:nvSpPr>
          <p:spPr>
            <a:xfrm>
              <a:off x="7715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8" name="Google Shape;928;p16"/>
            <p:cNvSpPr/>
            <p:nvPr/>
          </p:nvSpPr>
          <p:spPr>
            <a:xfrm>
              <a:off x="7969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29" name="Google Shape;929;p16"/>
            <p:cNvSpPr/>
            <p:nvPr/>
          </p:nvSpPr>
          <p:spPr>
            <a:xfrm>
              <a:off x="8223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0" name="Google Shape;930;p16"/>
            <p:cNvSpPr/>
            <p:nvPr/>
          </p:nvSpPr>
          <p:spPr>
            <a:xfrm>
              <a:off x="8477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1" name="Google Shape;931;p16"/>
            <p:cNvSpPr/>
            <p:nvPr/>
          </p:nvSpPr>
          <p:spPr>
            <a:xfrm>
              <a:off x="8731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2" name="Google Shape;932;p16"/>
            <p:cNvSpPr/>
            <p:nvPr/>
          </p:nvSpPr>
          <p:spPr>
            <a:xfrm>
              <a:off x="8985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3" name="Google Shape;933;p16"/>
            <p:cNvSpPr/>
            <p:nvPr/>
          </p:nvSpPr>
          <p:spPr>
            <a:xfrm>
              <a:off x="9239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4" name="Google Shape;934;p16"/>
            <p:cNvSpPr/>
            <p:nvPr/>
          </p:nvSpPr>
          <p:spPr>
            <a:xfrm>
              <a:off x="9493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5" name="Google Shape;935;p16"/>
            <p:cNvSpPr/>
            <p:nvPr/>
          </p:nvSpPr>
          <p:spPr>
            <a:xfrm>
              <a:off x="9747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6" name="Google Shape;936;p16"/>
            <p:cNvSpPr/>
            <p:nvPr/>
          </p:nvSpPr>
          <p:spPr>
            <a:xfrm>
              <a:off x="10001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7" name="Google Shape;937;p16"/>
            <p:cNvSpPr/>
            <p:nvPr/>
          </p:nvSpPr>
          <p:spPr>
            <a:xfrm>
              <a:off x="10255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8" name="Google Shape;938;p16"/>
            <p:cNvSpPr/>
            <p:nvPr/>
          </p:nvSpPr>
          <p:spPr>
            <a:xfrm>
              <a:off x="10509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9" name="Google Shape;939;p16"/>
            <p:cNvSpPr/>
            <p:nvPr/>
          </p:nvSpPr>
          <p:spPr>
            <a:xfrm>
              <a:off x="10763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0" name="Google Shape;940;p16"/>
            <p:cNvSpPr/>
            <p:nvPr/>
          </p:nvSpPr>
          <p:spPr>
            <a:xfrm>
              <a:off x="11017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1" name="Google Shape;941;p16"/>
            <p:cNvSpPr/>
            <p:nvPr/>
          </p:nvSpPr>
          <p:spPr>
            <a:xfrm>
              <a:off x="11271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2" name="Google Shape;942;p16"/>
            <p:cNvSpPr/>
            <p:nvPr/>
          </p:nvSpPr>
          <p:spPr>
            <a:xfrm>
              <a:off x="1152525"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3" name="Google Shape;943;p16"/>
            <p:cNvSpPr/>
            <p:nvPr/>
          </p:nvSpPr>
          <p:spPr>
            <a:xfrm>
              <a:off x="11779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4" name="Google Shape;944;p16"/>
            <p:cNvSpPr/>
            <p:nvPr/>
          </p:nvSpPr>
          <p:spPr>
            <a:xfrm>
              <a:off x="12033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5" name="Google Shape;945;p16"/>
            <p:cNvSpPr/>
            <p:nvPr/>
          </p:nvSpPr>
          <p:spPr>
            <a:xfrm>
              <a:off x="12287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6" name="Google Shape;946;p16"/>
            <p:cNvSpPr/>
            <p:nvPr/>
          </p:nvSpPr>
          <p:spPr>
            <a:xfrm>
              <a:off x="12541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7" name="Google Shape;947;p16"/>
            <p:cNvSpPr/>
            <p:nvPr/>
          </p:nvSpPr>
          <p:spPr>
            <a:xfrm>
              <a:off x="12795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8" name="Google Shape;948;p16"/>
            <p:cNvSpPr/>
            <p:nvPr/>
          </p:nvSpPr>
          <p:spPr>
            <a:xfrm>
              <a:off x="13049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9" name="Google Shape;949;p16"/>
            <p:cNvSpPr/>
            <p:nvPr/>
          </p:nvSpPr>
          <p:spPr>
            <a:xfrm>
              <a:off x="1330325"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0" name="Google Shape;950;p16"/>
            <p:cNvSpPr/>
            <p:nvPr/>
          </p:nvSpPr>
          <p:spPr>
            <a:xfrm>
              <a:off x="1355725" y="762000"/>
              <a:ext cx="31800" cy="381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1" name="Google Shape;951;p16"/>
            <p:cNvSpPr/>
            <p:nvPr/>
          </p:nvSpPr>
          <p:spPr>
            <a:xfrm>
              <a:off x="13811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2" name="Google Shape;952;p16"/>
            <p:cNvSpPr/>
            <p:nvPr/>
          </p:nvSpPr>
          <p:spPr>
            <a:xfrm>
              <a:off x="14065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3" name="Google Shape;953;p16"/>
            <p:cNvSpPr/>
            <p:nvPr/>
          </p:nvSpPr>
          <p:spPr>
            <a:xfrm>
              <a:off x="14319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4" name="Google Shape;954;p16"/>
            <p:cNvSpPr/>
            <p:nvPr/>
          </p:nvSpPr>
          <p:spPr>
            <a:xfrm>
              <a:off x="14573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5" name="Google Shape;955;p16"/>
            <p:cNvSpPr/>
            <p:nvPr/>
          </p:nvSpPr>
          <p:spPr>
            <a:xfrm>
              <a:off x="14827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6" name="Google Shape;956;p16"/>
            <p:cNvSpPr/>
            <p:nvPr/>
          </p:nvSpPr>
          <p:spPr>
            <a:xfrm>
              <a:off x="15081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7" name="Google Shape;957;p16"/>
            <p:cNvSpPr/>
            <p:nvPr/>
          </p:nvSpPr>
          <p:spPr>
            <a:xfrm>
              <a:off x="15335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8" name="Google Shape;958;p16"/>
            <p:cNvSpPr/>
            <p:nvPr/>
          </p:nvSpPr>
          <p:spPr>
            <a:xfrm>
              <a:off x="15589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9" name="Google Shape;959;p16"/>
            <p:cNvSpPr/>
            <p:nvPr/>
          </p:nvSpPr>
          <p:spPr>
            <a:xfrm>
              <a:off x="15843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0" name="Google Shape;960;p16"/>
            <p:cNvSpPr/>
            <p:nvPr/>
          </p:nvSpPr>
          <p:spPr>
            <a:xfrm>
              <a:off x="16097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1" name="Google Shape;961;p16"/>
            <p:cNvSpPr/>
            <p:nvPr/>
          </p:nvSpPr>
          <p:spPr>
            <a:xfrm>
              <a:off x="16351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2" name="Google Shape;962;p16"/>
            <p:cNvSpPr/>
            <p:nvPr/>
          </p:nvSpPr>
          <p:spPr>
            <a:xfrm>
              <a:off x="16605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3" name="Google Shape;963;p16"/>
            <p:cNvSpPr/>
            <p:nvPr/>
          </p:nvSpPr>
          <p:spPr>
            <a:xfrm>
              <a:off x="16859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4" name="Google Shape;964;p16"/>
            <p:cNvSpPr/>
            <p:nvPr/>
          </p:nvSpPr>
          <p:spPr>
            <a:xfrm>
              <a:off x="17113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5" name="Google Shape;965;p16"/>
            <p:cNvSpPr/>
            <p:nvPr/>
          </p:nvSpPr>
          <p:spPr>
            <a:xfrm>
              <a:off x="1736725"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6" name="Google Shape;966;p16"/>
            <p:cNvSpPr/>
            <p:nvPr/>
          </p:nvSpPr>
          <p:spPr>
            <a:xfrm>
              <a:off x="1762125"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7" name="Google Shape;967;p16"/>
            <p:cNvSpPr/>
            <p:nvPr/>
          </p:nvSpPr>
          <p:spPr>
            <a:xfrm>
              <a:off x="17875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8" name="Google Shape;968;p16"/>
            <p:cNvSpPr/>
            <p:nvPr/>
          </p:nvSpPr>
          <p:spPr>
            <a:xfrm>
              <a:off x="18129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9" name="Google Shape;969;p16"/>
            <p:cNvSpPr/>
            <p:nvPr/>
          </p:nvSpPr>
          <p:spPr>
            <a:xfrm>
              <a:off x="18383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0" name="Google Shape;970;p16"/>
            <p:cNvSpPr/>
            <p:nvPr/>
          </p:nvSpPr>
          <p:spPr>
            <a:xfrm>
              <a:off x="18637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1" name="Google Shape;971;p16"/>
            <p:cNvSpPr/>
            <p:nvPr/>
          </p:nvSpPr>
          <p:spPr>
            <a:xfrm>
              <a:off x="18891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2" name="Google Shape;972;p16"/>
            <p:cNvSpPr/>
            <p:nvPr/>
          </p:nvSpPr>
          <p:spPr>
            <a:xfrm>
              <a:off x="19145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3" name="Google Shape;973;p16"/>
            <p:cNvSpPr/>
            <p:nvPr/>
          </p:nvSpPr>
          <p:spPr>
            <a:xfrm>
              <a:off x="19399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4" name="Google Shape;974;p16"/>
            <p:cNvSpPr/>
            <p:nvPr/>
          </p:nvSpPr>
          <p:spPr>
            <a:xfrm>
              <a:off x="19653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5" name="Google Shape;975;p16"/>
            <p:cNvSpPr/>
            <p:nvPr/>
          </p:nvSpPr>
          <p:spPr>
            <a:xfrm>
              <a:off x="19907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6" name="Google Shape;976;p16"/>
            <p:cNvSpPr/>
            <p:nvPr/>
          </p:nvSpPr>
          <p:spPr>
            <a:xfrm>
              <a:off x="20161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7" name="Google Shape;977;p16"/>
            <p:cNvSpPr/>
            <p:nvPr/>
          </p:nvSpPr>
          <p:spPr>
            <a:xfrm>
              <a:off x="20415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8" name="Google Shape;978;p16"/>
            <p:cNvSpPr/>
            <p:nvPr/>
          </p:nvSpPr>
          <p:spPr>
            <a:xfrm>
              <a:off x="20669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79" name="Google Shape;979;p16"/>
            <p:cNvSpPr/>
            <p:nvPr/>
          </p:nvSpPr>
          <p:spPr>
            <a:xfrm>
              <a:off x="20923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0" name="Google Shape;980;p16"/>
            <p:cNvSpPr/>
            <p:nvPr/>
          </p:nvSpPr>
          <p:spPr>
            <a:xfrm>
              <a:off x="21177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1" name="Google Shape;981;p16"/>
            <p:cNvSpPr/>
            <p:nvPr/>
          </p:nvSpPr>
          <p:spPr>
            <a:xfrm>
              <a:off x="2143125" y="762000"/>
              <a:ext cx="31800" cy="381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2" name="Google Shape;982;p16"/>
            <p:cNvSpPr/>
            <p:nvPr/>
          </p:nvSpPr>
          <p:spPr>
            <a:xfrm>
              <a:off x="2168525"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3" name="Google Shape;983;p16"/>
            <p:cNvSpPr/>
            <p:nvPr/>
          </p:nvSpPr>
          <p:spPr>
            <a:xfrm>
              <a:off x="21939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4" name="Google Shape;984;p16"/>
            <p:cNvSpPr/>
            <p:nvPr/>
          </p:nvSpPr>
          <p:spPr>
            <a:xfrm>
              <a:off x="22193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5" name="Google Shape;985;p16"/>
            <p:cNvSpPr/>
            <p:nvPr/>
          </p:nvSpPr>
          <p:spPr>
            <a:xfrm>
              <a:off x="22447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6" name="Google Shape;986;p16"/>
            <p:cNvSpPr/>
            <p:nvPr/>
          </p:nvSpPr>
          <p:spPr>
            <a:xfrm>
              <a:off x="22701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7" name="Google Shape;987;p16"/>
            <p:cNvSpPr/>
            <p:nvPr/>
          </p:nvSpPr>
          <p:spPr>
            <a:xfrm>
              <a:off x="22955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8" name="Google Shape;988;p16"/>
            <p:cNvSpPr/>
            <p:nvPr/>
          </p:nvSpPr>
          <p:spPr>
            <a:xfrm>
              <a:off x="23209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9" name="Google Shape;989;p16"/>
            <p:cNvSpPr/>
            <p:nvPr/>
          </p:nvSpPr>
          <p:spPr>
            <a:xfrm>
              <a:off x="234632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0" name="Google Shape;990;p16"/>
            <p:cNvSpPr/>
            <p:nvPr/>
          </p:nvSpPr>
          <p:spPr>
            <a:xfrm>
              <a:off x="23717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1" name="Google Shape;991;p16"/>
            <p:cNvSpPr/>
            <p:nvPr/>
          </p:nvSpPr>
          <p:spPr>
            <a:xfrm>
              <a:off x="23971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2" name="Google Shape;992;p16"/>
            <p:cNvSpPr/>
            <p:nvPr/>
          </p:nvSpPr>
          <p:spPr>
            <a:xfrm>
              <a:off x="24225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3" name="Google Shape;993;p16"/>
            <p:cNvSpPr/>
            <p:nvPr/>
          </p:nvSpPr>
          <p:spPr>
            <a:xfrm>
              <a:off x="24479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4" name="Google Shape;994;p16"/>
            <p:cNvSpPr/>
            <p:nvPr/>
          </p:nvSpPr>
          <p:spPr>
            <a:xfrm>
              <a:off x="24733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5" name="Google Shape;995;p16"/>
            <p:cNvSpPr/>
            <p:nvPr/>
          </p:nvSpPr>
          <p:spPr>
            <a:xfrm>
              <a:off x="24987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6" name="Google Shape;996;p16"/>
            <p:cNvSpPr/>
            <p:nvPr/>
          </p:nvSpPr>
          <p:spPr>
            <a:xfrm>
              <a:off x="25241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7" name="Google Shape;997;p16"/>
            <p:cNvSpPr/>
            <p:nvPr/>
          </p:nvSpPr>
          <p:spPr>
            <a:xfrm>
              <a:off x="25495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8" name="Google Shape;998;p16"/>
            <p:cNvSpPr/>
            <p:nvPr/>
          </p:nvSpPr>
          <p:spPr>
            <a:xfrm>
              <a:off x="25749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99" name="Google Shape;999;p16"/>
            <p:cNvSpPr/>
            <p:nvPr/>
          </p:nvSpPr>
          <p:spPr>
            <a:xfrm>
              <a:off x="26003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0" name="Google Shape;1000;p16"/>
            <p:cNvSpPr/>
            <p:nvPr/>
          </p:nvSpPr>
          <p:spPr>
            <a:xfrm>
              <a:off x="26257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1" name="Google Shape;1001;p16"/>
            <p:cNvSpPr/>
            <p:nvPr/>
          </p:nvSpPr>
          <p:spPr>
            <a:xfrm>
              <a:off x="26511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2" name="Google Shape;1002;p16"/>
            <p:cNvSpPr/>
            <p:nvPr/>
          </p:nvSpPr>
          <p:spPr>
            <a:xfrm>
              <a:off x="26765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3" name="Google Shape;1003;p16"/>
            <p:cNvSpPr/>
            <p:nvPr/>
          </p:nvSpPr>
          <p:spPr>
            <a:xfrm>
              <a:off x="27019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4" name="Google Shape;1004;p16"/>
            <p:cNvSpPr/>
            <p:nvPr/>
          </p:nvSpPr>
          <p:spPr>
            <a:xfrm>
              <a:off x="27273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5" name="Google Shape;1005;p16"/>
            <p:cNvSpPr/>
            <p:nvPr/>
          </p:nvSpPr>
          <p:spPr>
            <a:xfrm>
              <a:off x="2752725"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6" name="Google Shape;1006;p16"/>
            <p:cNvSpPr/>
            <p:nvPr/>
          </p:nvSpPr>
          <p:spPr>
            <a:xfrm>
              <a:off x="27781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7" name="Google Shape;1007;p16"/>
            <p:cNvSpPr/>
            <p:nvPr/>
          </p:nvSpPr>
          <p:spPr>
            <a:xfrm>
              <a:off x="28035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8" name="Google Shape;1008;p16"/>
            <p:cNvSpPr/>
            <p:nvPr/>
          </p:nvSpPr>
          <p:spPr>
            <a:xfrm>
              <a:off x="28289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09" name="Google Shape;1009;p16"/>
            <p:cNvSpPr/>
            <p:nvPr/>
          </p:nvSpPr>
          <p:spPr>
            <a:xfrm>
              <a:off x="28543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0" name="Google Shape;1010;p16"/>
            <p:cNvSpPr/>
            <p:nvPr/>
          </p:nvSpPr>
          <p:spPr>
            <a:xfrm>
              <a:off x="28797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1" name="Google Shape;1011;p16"/>
            <p:cNvSpPr/>
            <p:nvPr/>
          </p:nvSpPr>
          <p:spPr>
            <a:xfrm>
              <a:off x="29051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2" name="Google Shape;1012;p16"/>
            <p:cNvSpPr/>
            <p:nvPr/>
          </p:nvSpPr>
          <p:spPr>
            <a:xfrm>
              <a:off x="29305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3" name="Google Shape;1013;p16"/>
            <p:cNvSpPr/>
            <p:nvPr/>
          </p:nvSpPr>
          <p:spPr>
            <a:xfrm>
              <a:off x="29559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4" name="Google Shape;1014;p16"/>
            <p:cNvSpPr/>
            <p:nvPr/>
          </p:nvSpPr>
          <p:spPr>
            <a:xfrm>
              <a:off x="29813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5" name="Google Shape;1015;p16"/>
            <p:cNvSpPr/>
            <p:nvPr/>
          </p:nvSpPr>
          <p:spPr>
            <a:xfrm>
              <a:off x="300672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6" name="Google Shape;1016;p16"/>
            <p:cNvSpPr/>
            <p:nvPr/>
          </p:nvSpPr>
          <p:spPr>
            <a:xfrm>
              <a:off x="30321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7" name="Google Shape;1017;p16"/>
            <p:cNvSpPr/>
            <p:nvPr/>
          </p:nvSpPr>
          <p:spPr>
            <a:xfrm>
              <a:off x="30575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8" name="Google Shape;1018;p16"/>
            <p:cNvSpPr/>
            <p:nvPr/>
          </p:nvSpPr>
          <p:spPr>
            <a:xfrm>
              <a:off x="30829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9" name="Google Shape;1019;p16"/>
            <p:cNvSpPr/>
            <p:nvPr/>
          </p:nvSpPr>
          <p:spPr>
            <a:xfrm>
              <a:off x="31083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0" name="Google Shape;1020;p16"/>
            <p:cNvSpPr/>
            <p:nvPr/>
          </p:nvSpPr>
          <p:spPr>
            <a:xfrm>
              <a:off x="31337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1" name="Google Shape;1021;p16"/>
            <p:cNvSpPr/>
            <p:nvPr/>
          </p:nvSpPr>
          <p:spPr>
            <a:xfrm>
              <a:off x="3159125" y="762000"/>
              <a:ext cx="31800" cy="381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2" name="Google Shape;1022;p16"/>
            <p:cNvSpPr/>
            <p:nvPr/>
          </p:nvSpPr>
          <p:spPr>
            <a:xfrm>
              <a:off x="31845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3" name="Google Shape;1023;p16"/>
            <p:cNvSpPr/>
            <p:nvPr/>
          </p:nvSpPr>
          <p:spPr>
            <a:xfrm>
              <a:off x="32099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4" name="Google Shape;1024;p16"/>
            <p:cNvSpPr/>
            <p:nvPr/>
          </p:nvSpPr>
          <p:spPr>
            <a:xfrm>
              <a:off x="32353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5" name="Google Shape;1025;p16"/>
            <p:cNvSpPr/>
            <p:nvPr/>
          </p:nvSpPr>
          <p:spPr>
            <a:xfrm>
              <a:off x="3260725"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1036" name="Google Shape;1036;p16"/>
          <p:cNvGrpSpPr/>
          <p:nvPr/>
        </p:nvGrpSpPr>
        <p:grpSpPr>
          <a:xfrm>
            <a:off x="0" y="5086350"/>
            <a:ext cx="9150400" cy="57300"/>
            <a:chOff x="0" y="5086350"/>
            <a:chExt cx="9150400" cy="57300"/>
          </a:xfrm>
        </p:grpSpPr>
        <p:sp>
          <p:nvSpPr>
            <p:cNvPr id="1037" name="Google Shape;1037;p16"/>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8" name="Google Shape;1038;p16"/>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9" name="Google Shape;1039;p16"/>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0" name="Google Shape;1040;p16"/>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1" name="Google Shape;1041;p16"/>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2" name="Google Shape;1042;p16"/>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3" name="Google Shape;1043;p16"/>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4" name="Google Shape;1044;p16"/>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5" name="Google Shape;1045;p16"/>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6" name="Google Shape;1046;p16"/>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7" name="Google Shape;1047;p16"/>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8" name="Google Shape;1048;p16"/>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49" name="Google Shape;1049;p16"/>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0" name="Google Shape;1050;p16"/>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1" name="Google Shape;1051;p16"/>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2" name="Google Shape;1052;p16"/>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3" name="Google Shape;1053;p16"/>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4" name="Google Shape;1054;p16"/>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5" name="Google Shape;1055;p16"/>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6" name="Google Shape;1056;p16"/>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7" name="Google Shape;1057;p16"/>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8" name="Google Shape;1058;p16"/>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9" name="Google Shape;1059;p16"/>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0" name="Google Shape;1060;p16"/>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1" name="Google Shape;1061;p16"/>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2" name="Google Shape;1062;p16"/>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3" name="Google Shape;1063;p16"/>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4" name="Google Shape;1064;p16"/>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5" name="Google Shape;1065;p16"/>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6" name="Google Shape;1066;p16"/>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7" name="Google Shape;1067;p16"/>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8" name="Google Shape;1068;p16"/>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69" name="Google Shape;1069;p16"/>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0" name="Google Shape;1070;p16"/>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1" name="Google Shape;1071;p16"/>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2" name="Google Shape;1072;p16"/>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3" name="Google Shape;1073;p16"/>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4" name="Google Shape;1074;p16"/>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5" name="Google Shape;1075;p16"/>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6" name="Google Shape;1076;p16"/>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7" name="Google Shape;1077;p16"/>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8" name="Google Shape;1078;p16"/>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79" name="Google Shape;1079;p16"/>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0" name="Google Shape;1080;p16"/>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1" name="Google Shape;1081;p16"/>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2" name="Google Shape;1082;p16"/>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3" name="Google Shape;1083;p16"/>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4" name="Google Shape;1084;p16"/>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5" name="Google Shape;1085;p16"/>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6" name="Google Shape;1086;p16"/>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7" name="Google Shape;1087;p16"/>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8" name="Google Shape;1088;p16"/>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89" name="Google Shape;1089;p16"/>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0" name="Google Shape;1090;p16"/>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1" name="Google Shape;1091;p16"/>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2" name="Google Shape;1092;p16"/>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3" name="Google Shape;1093;p16"/>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4" name="Google Shape;1094;p16"/>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5" name="Google Shape;1095;p16"/>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6" name="Google Shape;1096;p16"/>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7" name="Google Shape;1097;p16"/>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16"/>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16"/>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0" name="Google Shape;1100;p16"/>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1" name="Google Shape;1101;p16"/>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2" name="Google Shape;1102;p16"/>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3" name="Google Shape;1103;p16"/>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4" name="Google Shape;1104;p16"/>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5" name="Google Shape;1105;p16"/>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6" name="Google Shape;1106;p16"/>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7" name="Google Shape;1107;p16"/>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8" name="Google Shape;1108;p16"/>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9" name="Google Shape;1109;p16"/>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0" name="Google Shape;1110;p16"/>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1" name="Google Shape;1111;p16"/>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2" name="Google Shape;1112;p16"/>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3" name="Google Shape;1113;p16"/>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4" name="Google Shape;1114;p16"/>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5" name="Google Shape;1115;p16"/>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6" name="Google Shape;1116;p16"/>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7" name="Google Shape;1117;p16"/>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8" name="Google Shape;1118;p16"/>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9" name="Google Shape;1119;p16"/>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0" name="Google Shape;1120;p16"/>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1" name="Google Shape;1121;p16"/>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2" name="Google Shape;1122;p16"/>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3" name="Google Shape;1123;p16"/>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4" name="Google Shape;1124;p16"/>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5" name="Google Shape;1125;p16"/>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6" name="Google Shape;1126;p16"/>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7" name="Google Shape;1127;p16"/>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8" name="Google Shape;1128;p16"/>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29" name="Google Shape;1129;p16"/>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0" name="Google Shape;1130;p16"/>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1" name="Google Shape;1131;p16"/>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2" name="Google Shape;1132;p16"/>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3" name="Google Shape;1133;p16"/>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4" name="Google Shape;1134;p16"/>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5" name="Google Shape;1135;p16"/>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6" name="Google Shape;1136;p16"/>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7" name="Google Shape;1137;p16"/>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8" name="Google Shape;1138;p16"/>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39" name="Google Shape;1139;p16"/>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0" name="Google Shape;1140;p16"/>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1" name="Google Shape;1141;p16"/>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2" name="Google Shape;1142;p16"/>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3" name="Google Shape;1143;p16"/>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4" name="Google Shape;1144;p16"/>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5" name="Google Shape;1145;p16"/>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6" name="Google Shape;1146;p16"/>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7" name="Google Shape;1147;p16"/>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8" name="Google Shape;1148;p16"/>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49" name="Google Shape;1149;p16"/>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0" name="Google Shape;1150;p16"/>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1" name="Google Shape;1151;p16"/>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2" name="Google Shape;1152;p16"/>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3" name="Google Shape;1153;p16"/>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4" name="Google Shape;1154;p16"/>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5" name="Google Shape;1155;p16"/>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6" name="Google Shape;1156;p16"/>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7" name="Google Shape;1157;p16"/>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8" name="Google Shape;1158;p16"/>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59" name="Google Shape;1159;p16"/>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0" name="Google Shape;1160;p16"/>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1" name="Google Shape;1161;p16"/>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2" name="Google Shape;1162;p16"/>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3" name="Google Shape;1163;p16"/>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4" name="Google Shape;1164;p16"/>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5" name="Google Shape;1165;p16"/>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6" name="Google Shape;1166;p16"/>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7" name="Google Shape;1167;p16"/>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8" name="Google Shape;1168;p16"/>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69" name="Google Shape;1169;p16"/>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0" name="Google Shape;1170;p16"/>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1" name="Google Shape;1171;p16"/>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2" name="Google Shape;1172;p16"/>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3" name="Google Shape;1173;p16"/>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4" name="Google Shape;1174;p16"/>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5" name="Google Shape;1175;p16"/>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6" name="Google Shape;1176;p16"/>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7" name="Google Shape;1177;p16"/>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8" name="Google Shape;1178;p16"/>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79" name="Google Shape;1179;p16"/>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0" name="Google Shape;1180;p16"/>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1" name="Google Shape;1181;p16"/>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2" name="Google Shape;1182;p16"/>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3" name="Google Shape;1183;p16"/>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4" name="Google Shape;1184;p16"/>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5" name="Google Shape;1185;p16"/>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6" name="Google Shape;1186;p16"/>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7" name="Google Shape;1187;p16"/>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8" name="Google Shape;1188;p16"/>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89" name="Google Shape;1189;p16"/>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0" name="Google Shape;1190;p16"/>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1" name="Google Shape;1191;p16"/>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2" name="Google Shape;1192;p16"/>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3" name="Google Shape;1193;p16"/>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4" name="Google Shape;1194;p16"/>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5" name="Google Shape;1195;p16"/>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6" name="Google Shape;1196;p16"/>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7" name="Google Shape;1197;p16"/>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8" name="Google Shape;1198;p16"/>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9" name="Google Shape;1199;p16"/>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0" name="Google Shape;1200;p16"/>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1" name="Google Shape;1201;p16"/>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2" name="Google Shape;1202;p16"/>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3" name="Google Shape;1203;p16"/>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4" name="Google Shape;1204;p16"/>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5" name="Google Shape;1205;p16"/>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6" name="Google Shape;1206;p16"/>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7" name="Google Shape;1207;p16"/>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8" name="Google Shape;1208;p16"/>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09" name="Google Shape;1209;p16"/>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0" name="Google Shape;1210;p16"/>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1" name="Google Shape;1211;p16"/>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2" name="Google Shape;1212;p16"/>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3" name="Google Shape;1213;p16"/>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4" name="Google Shape;1214;p16"/>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5" name="Google Shape;1215;p16"/>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6" name="Google Shape;1216;p16"/>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7" name="Google Shape;1217;p16"/>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8" name="Google Shape;1218;p16"/>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19" name="Google Shape;1219;p16"/>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0" name="Google Shape;1220;p16"/>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1" name="Google Shape;1221;p16"/>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2" name="Google Shape;1222;p16"/>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3" name="Google Shape;1223;p16"/>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4" name="Google Shape;1224;p16"/>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5" name="Google Shape;1225;p16"/>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6" name="Google Shape;1226;p16"/>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7" name="Google Shape;1227;p16"/>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8" name="Google Shape;1228;p16"/>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29" name="Google Shape;1229;p16"/>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0" name="Google Shape;1230;p16"/>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1" name="Google Shape;1231;p16"/>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2" name="Google Shape;1232;p16"/>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3" name="Google Shape;1233;p16"/>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4" name="Google Shape;1234;p16"/>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5" name="Google Shape;1235;p16"/>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6" name="Google Shape;1236;p16"/>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7" name="Google Shape;1237;p16"/>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8" name="Google Shape;1238;p16"/>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39" name="Google Shape;1239;p16"/>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0" name="Google Shape;1240;p16"/>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1" name="Google Shape;1241;p16"/>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2" name="Google Shape;1242;p16"/>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3" name="Google Shape;1243;p16"/>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4" name="Google Shape;1244;p16"/>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5" name="Google Shape;1245;p16"/>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6" name="Google Shape;1246;p16"/>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7" name="Google Shape;1247;p16"/>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8" name="Google Shape;1248;p16"/>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49" name="Google Shape;1249;p16"/>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0" name="Google Shape;1250;p16"/>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1" name="Google Shape;1251;p16"/>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2" name="Google Shape;1252;p16"/>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3" name="Google Shape;1253;p16"/>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4" name="Google Shape;1254;p16"/>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5" name="Google Shape;1255;p16"/>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6" name="Google Shape;1256;p16"/>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7" name="Google Shape;1257;p16"/>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8" name="Google Shape;1258;p16"/>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59" name="Google Shape;1259;p16"/>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0" name="Google Shape;1260;p16"/>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1" name="Google Shape;1261;p16"/>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2" name="Google Shape;1262;p16"/>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3" name="Google Shape;1263;p16"/>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4" name="Google Shape;1264;p16"/>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5" name="Google Shape;1265;p16"/>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6" name="Google Shape;1266;p16"/>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7" name="Google Shape;1267;p16"/>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8" name="Google Shape;1268;p16"/>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69" name="Google Shape;1269;p16"/>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0" name="Google Shape;1270;p16"/>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1" name="Google Shape;1271;p16"/>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2" name="Google Shape;1272;p16"/>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3" name="Google Shape;1273;p16"/>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4" name="Google Shape;1274;p16"/>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5" name="Google Shape;1275;p16"/>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6" name="Google Shape;1276;p16"/>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7" name="Google Shape;1277;p16"/>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8" name="Google Shape;1278;p16"/>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9" name="Google Shape;1279;p16"/>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0" name="Google Shape;1280;p16"/>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1" name="Google Shape;1281;p16"/>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2" name="Google Shape;1282;p16"/>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3" name="Google Shape;1283;p16"/>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4" name="Google Shape;1284;p16"/>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5" name="Google Shape;1285;p16"/>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6" name="Google Shape;1286;p16"/>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7" name="Google Shape;1287;p16"/>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8" name="Google Shape;1288;p16"/>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89" name="Google Shape;1289;p16"/>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0" name="Google Shape;1290;p16"/>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1" name="Google Shape;1291;p16"/>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2" name="Google Shape;1292;p16"/>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3" name="Google Shape;1293;p16"/>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4" name="Google Shape;1294;p16"/>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5" name="Google Shape;1295;p16"/>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6" name="Google Shape;1296;p16"/>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7" name="Google Shape;1297;p16"/>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8" name="Google Shape;1298;p16"/>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99" name="Google Shape;1299;p16"/>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0" name="Google Shape;1300;p16"/>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1" name="Google Shape;1301;p16"/>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2" name="Google Shape;1302;p16"/>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3" name="Google Shape;1303;p16"/>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4" name="Google Shape;1304;p16"/>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5" name="Google Shape;1305;p16"/>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6" name="Google Shape;1306;p16"/>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7" name="Google Shape;1307;p16"/>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8" name="Google Shape;1308;p16"/>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09" name="Google Shape;1309;p16"/>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0" name="Google Shape;1310;p16"/>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1" name="Google Shape;1311;p16"/>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2" name="Google Shape;1312;p16"/>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3" name="Google Shape;1313;p16"/>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4" name="Google Shape;1314;p16"/>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5" name="Google Shape;1315;p16"/>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6" name="Google Shape;1316;p16"/>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7" name="Google Shape;1317;p16"/>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8" name="Google Shape;1318;p16"/>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19" name="Google Shape;1319;p16"/>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0" name="Google Shape;1320;p16"/>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1" name="Google Shape;1321;p16"/>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2" name="Google Shape;1322;p16"/>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3" name="Google Shape;1323;p16"/>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4" name="Google Shape;1324;p16"/>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5" name="Google Shape;1325;p16"/>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6" name="Google Shape;1326;p16"/>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7" name="Google Shape;1327;p16"/>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8" name="Google Shape;1328;p16"/>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29" name="Google Shape;1329;p16"/>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0" name="Google Shape;1330;p16"/>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1" name="Google Shape;1331;p16"/>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2" name="Google Shape;1332;p16"/>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3" name="Google Shape;1333;p16"/>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4" name="Google Shape;1334;p16"/>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5" name="Google Shape;1335;p16"/>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6" name="Google Shape;1336;p16"/>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7" name="Google Shape;1337;p16"/>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8" name="Google Shape;1338;p16"/>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39" name="Google Shape;1339;p16"/>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0" name="Google Shape;1340;p16"/>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1" name="Google Shape;1341;p16"/>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2" name="Google Shape;1342;p16"/>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3" name="Google Shape;1343;p16"/>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4" name="Google Shape;1344;p16"/>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5" name="Google Shape;1345;p16"/>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6" name="Google Shape;1346;p16"/>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7" name="Google Shape;1347;p16"/>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8" name="Google Shape;1348;p16"/>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49" name="Google Shape;1349;p16"/>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0" name="Google Shape;1350;p16"/>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1" name="Google Shape;1351;p16"/>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2" name="Google Shape;1352;p16"/>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3" name="Google Shape;1353;p16"/>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4" name="Google Shape;1354;p16"/>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5" name="Google Shape;1355;p16"/>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6" name="Google Shape;1356;p16"/>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7" name="Google Shape;1357;p16"/>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8" name="Google Shape;1358;p16"/>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9" name="Google Shape;1359;p16"/>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0" name="Google Shape;1360;p16"/>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1" name="Google Shape;1361;p16"/>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2" name="Google Shape;1362;p16"/>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3" name="Google Shape;1363;p16"/>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4" name="Google Shape;1364;p16"/>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5" name="Google Shape;1365;p16"/>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6" name="Google Shape;1366;p16"/>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7" name="Google Shape;1367;p16"/>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8" name="Google Shape;1368;p16"/>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69" name="Google Shape;1369;p16"/>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0" name="Google Shape;1370;p16"/>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1" name="Google Shape;1371;p16"/>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2" name="Google Shape;1372;p16"/>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3" name="Google Shape;1373;p16"/>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4" name="Google Shape;1374;p16"/>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5" name="Google Shape;1375;p16"/>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6" name="Google Shape;1376;p16"/>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7" name="Google Shape;1377;p16"/>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8" name="Google Shape;1378;p16"/>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79" name="Google Shape;1379;p16"/>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0" name="Google Shape;1380;p16"/>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1" name="Google Shape;1381;p16"/>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2" name="Google Shape;1382;p16"/>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3" name="Google Shape;1383;p16"/>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4" name="Google Shape;1384;p16"/>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5" name="Google Shape;1385;p16"/>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6" name="Google Shape;1386;p16"/>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7" name="Google Shape;1387;p16"/>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8" name="Google Shape;1388;p16"/>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89" name="Google Shape;1389;p16"/>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0" name="Google Shape;1390;p16"/>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1" name="Google Shape;1391;p16"/>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2" name="Google Shape;1392;p16"/>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3" name="Google Shape;1393;p16"/>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4" name="Google Shape;1394;p16"/>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5" name="Google Shape;1395;p16"/>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96" name="Google Shape;1396;p16"/>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397" name="Google Shape;1397;p16"/>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1398" name="Google Shape;1398;p16"/>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3</a:t>
            </a:r>
            <a:endParaRPr sz="900">
              <a:solidFill>
                <a:srgbClr val="43DFF4"/>
              </a:solidFill>
            </a:endParaRPr>
          </a:p>
        </p:txBody>
      </p:sp>
      <p:sp>
        <p:nvSpPr>
          <p:cNvPr id="3" name="テキスト ボックス 2">
            <a:extLst>
              <a:ext uri="{FF2B5EF4-FFF2-40B4-BE49-F238E27FC236}">
                <a16:creationId xmlns:a16="http://schemas.microsoft.com/office/drawing/2014/main" id="{E5B658F4-B7EE-B1C7-27E8-2DFE14D04D4A}"/>
              </a:ext>
            </a:extLst>
          </p:cNvPr>
          <p:cNvSpPr txBox="1"/>
          <p:nvPr/>
        </p:nvSpPr>
        <p:spPr>
          <a:xfrm>
            <a:off x="252699" y="406293"/>
            <a:ext cx="8748576" cy="4093428"/>
          </a:xfrm>
          <a:prstGeom prst="rect">
            <a:avLst/>
          </a:prstGeom>
          <a:noFill/>
        </p:spPr>
        <p:txBody>
          <a:bodyPr wrap="square">
            <a:spAutoFit/>
          </a:bodyPr>
          <a:lstStyle/>
          <a:p>
            <a:r>
              <a:rPr lang="en-US" altLang="ja-JP" sz="2000" dirty="0"/>
              <a:t>Macroeconomic Analysis</a:t>
            </a:r>
          </a:p>
          <a:p>
            <a:endParaRPr lang="en-US" altLang="ja-JP" sz="1600" dirty="0"/>
          </a:p>
          <a:p>
            <a:r>
              <a:rPr lang="en-US" altLang="ja-JP" sz="1600" dirty="0"/>
              <a:t>Geopolitical risks and tightening monetary policy have combined to drive capital outflows from risky assets.</a:t>
            </a:r>
          </a:p>
          <a:p>
            <a:endParaRPr lang="en-US" altLang="ja-JP" sz="1600" dirty="0"/>
          </a:p>
          <a:p>
            <a:r>
              <a:rPr lang="ja-JP" altLang="en-US" sz="1600" dirty="0"/>
              <a:t>（１）</a:t>
            </a:r>
            <a:r>
              <a:rPr lang="en-US" altLang="ja-JP" sz="1600" dirty="0"/>
              <a:t>Rising Geopolitical Risks</a:t>
            </a:r>
          </a:p>
          <a:p>
            <a:r>
              <a:rPr lang="en-US" altLang="ja-JP" sz="1600" dirty="0"/>
              <a:t>Global uncertainty, including U.S. foreign policy and tensions with Iraq, has led to increased risk aversion.</a:t>
            </a:r>
          </a:p>
          <a:p>
            <a:endParaRPr lang="en-US" altLang="ja-JP" sz="1600" dirty="0"/>
          </a:p>
          <a:p>
            <a:r>
              <a:rPr lang="ja-JP" altLang="en-US" sz="1600" dirty="0"/>
              <a:t>（２）</a:t>
            </a:r>
            <a:r>
              <a:rPr lang="en-US" altLang="ja-JP" sz="1600" dirty="0"/>
              <a:t>Continued Tightening Monetary Policy</a:t>
            </a:r>
          </a:p>
          <a:p>
            <a:r>
              <a:rPr lang="en-US" altLang="ja-JP" sz="1600" dirty="0"/>
              <a:t>Concerns about the Fed's postponement of interest rate cuts and inflation concerns have accelerated the shift of capital from risky assets to fiat currencies.</a:t>
            </a:r>
          </a:p>
          <a:p>
            <a:endParaRPr lang="en-US" altLang="ja-JP" sz="1600" dirty="0"/>
          </a:p>
          <a:p>
            <a:r>
              <a:rPr lang="ja-JP" altLang="en-US" sz="1600" dirty="0"/>
              <a:t>（３）</a:t>
            </a:r>
            <a:r>
              <a:rPr lang="en-US" altLang="ja-JP" sz="1600" dirty="0"/>
              <a:t>Liquidity and Regulation Impact</a:t>
            </a:r>
          </a:p>
          <a:p>
            <a:r>
              <a:rPr lang="en-US" altLang="ja-JP" sz="1600" dirty="0"/>
              <a:t>Selling pressure amid low liquidity over the weekend and moves to tighten regulations in some emerging countries have dampened investor sentiment.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2"/>
        <p:cNvGrpSpPr/>
        <p:nvPr/>
      </p:nvGrpSpPr>
      <p:grpSpPr>
        <a:xfrm>
          <a:off x="0" y="0"/>
          <a:ext cx="0" cy="0"/>
          <a:chOff x="0" y="0"/>
          <a:chExt cx="0" cy="0"/>
        </a:xfrm>
      </p:grpSpPr>
      <p:sp>
        <p:nvSpPr>
          <p:cNvPr id="1403" name="Google Shape;1403;p17"/>
          <p:cNvSpPr txBox="1"/>
          <p:nvPr/>
        </p:nvSpPr>
        <p:spPr>
          <a:xfrm>
            <a:off x="238125" y="190500"/>
            <a:ext cx="7905900" cy="304800"/>
          </a:xfrm>
          <a:prstGeom prst="rect">
            <a:avLst/>
          </a:prstGeom>
          <a:noFill/>
          <a:ln>
            <a:noFill/>
          </a:ln>
        </p:spPr>
        <p:txBody>
          <a:bodyPr spcFirstLastPara="1" wrap="square" lIns="91425" tIns="91425" rIns="91425" bIns="91425" anchor="t" anchorCtr="0">
            <a:noAutofit/>
          </a:bodyPr>
          <a:lstStyle/>
          <a:p>
            <a:r>
              <a:rPr lang="en-US" altLang="ja-JP" sz="2400"/>
              <a:t>Internal Market Factor Analysis</a:t>
            </a:r>
            <a:endParaRPr lang="en-US" altLang="ja-JP" sz="2400" dirty="0"/>
          </a:p>
        </p:txBody>
      </p:sp>
      <p:grpSp>
        <p:nvGrpSpPr>
          <p:cNvPr id="1404" name="Google Shape;1404;p17"/>
          <p:cNvGrpSpPr/>
          <p:nvPr/>
        </p:nvGrpSpPr>
        <p:grpSpPr>
          <a:xfrm>
            <a:off x="238125" y="762000"/>
            <a:ext cx="3664000" cy="38100"/>
            <a:chOff x="238125" y="762000"/>
            <a:chExt cx="3664000" cy="38100"/>
          </a:xfrm>
        </p:grpSpPr>
        <p:sp>
          <p:nvSpPr>
            <p:cNvPr id="1405" name="Google Shape;1405;p17"/>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6" name="Google Shape;1406;p17"/>
            <p:cNvSpPr/>
            <p:nvPr/>
          </p:nvSpPr>
          <p:spPr>
            <a:xfrm>
              <a:off x="2635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7" name="Google Shape;1407;p17"/>
            <p:cNvSpPr/>
            <p:nvPr/>
          </p:nvSpPr>
          <p:spPr>
            <a:xfrm>
              <a:off x="2889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8" name="Google Shape;1408;p17"/>
            <p:cNvSpPr/>
            <p:nvPr/>
          </p:nvSpPr>
          <p:spPr>
            <a:xfrm>
              <a:off x="3143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9" name="Google Shape;1409;p17"/>
            <p:cNvSpPr/>
            <p:nvPr/>
          </p:nvSpPr>
          <p:spPr>
            <a:xfrm>
              <a:off x="339725"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0" name="Google Shape;1410;p17"/>
            <p:cNvSpPr/>
            <p:nvPr/>
          </p:nvSpPr>
          <p:spPr>
            <a:xfrm>
              <a:off x="365125" y="762000"/>
              <a:ext cx="31800" cy="381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1" name="Google Shape;1411;p17"/>
            <p:cNvSpPr/>
            <p:nvPr/>
          </p:nvSpPr>
          <p:spPr>
            <a:xfrm>
              <a:off x="3905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2" name="Google Shape;1412;p17"/>
            <p:cNvSpPr/>
            <p:nvPr/>
          </p:nvSpPr>
          <p:spPr>
            <a:xfrm>
              <a:off x="4159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3" name="Google Shape;1413;p17"/>
            <p:cNvSpPr/>
            <p:nvPr/>
          </p:nvSpPr>
          <p:spPr>
            <a:xfrm>
              <a:off x="4413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4" name="Google Shape;1414;p17"/>
            <p:cNvSpPr/>
            <p:nvPr/>
          </p:nvSpPr>
          <p:spPr>
            <a:xfrm>
              <a:off x="4667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5" name="Google Shape;1415;p17"/>
            <p:cNvSpPr/>
            <p:nvPr/>
          </p:nvSpPr>
          <p:spPr>
            <a:xfrm>
              <a:off x="4921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6" name="Google Shape;1416;p17"/>
            <p:cNvSpPr/>
            <p:nvPr/>
          </p:nvSpPr>
          <p:spPr>
            <a:xfrm>
              <a:off x="5175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7" name="Google Shape;1417;p17"/>
            <p:cNvSpPr/>
            <p:nvPr/>
          </p:nvSpPr>
          <p:spPr>
            <a:xfrm>
              <a:off x="542925"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8" name="Google Shape;1418;p17"/>
            <p:cNvSpPr/>
            <p:nvPr/>
          </p:nvSpPr>
          <p:spPr>
            <a:xfrm>
              <a:off x="5683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19" name="Google Shape;1419;p17"/>
            <p:cNvSpPr/>
            <p:nvPr/>
          </p:nvSpPr>
          <p:spPr>
            <a:xfrm>
              <a:off x="5937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0" name="Google Shape;1420;p17"/>
            <p:cNvSpPr/>
            <p:nvPr/>
          </p:nvSpPr>
          <p:spPr>
            <a:xfrm>
              <a:off x="6191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1" name="Google Shape;1421;p17"/>
            <p:cNvSpPr/>
            <p:nvPr/>
          </p:nvSpPr>
          <p:spPr>
            <a:xfrm>
              <a:off x="6445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2" name="Google Shape;1422;p17"/>
            <p:cNvSpPr/>
            <p:nvPr/>
          </p:nvSpPr>
          <p:spPr>
            <a:xfrm>
              <a:off x="6699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3" name="Google Shape;1423;p17"/>
            <p:cNvSpPr/>
            <p:nvPr/>
          </p:nvSpPr>
          <p:spPr>
            <a:xfrm>
              <a:off x="6953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4" name="Google Shape;1424;p17"/>
            <p:cNvSpPr/>
            <p:nvPr/>
          </p:nvSpPr>
          <p:spPr>
            <a:xfrm>
              <a:off x="7207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5" name="Google Shape;1425;p17"/>
            <p:cNvSpPr/>
            <p:nvPr/>
          </p:nvSpPr>
          <p:spPr>
            <a:xfrm>
              <a:off x="7461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6" name="Google Shape;1426;p17"/>
            <p:cNvSpPr/>
            <p:nvPr/>
          </p:nvSpPr>
          <p:spPr>
            <a:xfrm>
              <a:off x="7715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7" name="Google Shape;1427;p17"/>
            <p:cNvSpPr/>
            <p:nvPr/>
          </p:nvSpPr>
          <p:spPr>
            <a:xfrm>
              <a:off x="7969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8" name="Google Shape;1428;p17"/>
            <p:cNvSpPr/>
            <p:nvPr/>
          </p:nvSpPr>
          <p:spPr>
            <a:xfrm>
              <a:off x="8223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9" name="Google Shape;1429;p17"/>
            <p:cNvSpPr/>
            <p:nvPr/>
          </p:nvSpPr>
          <p:spPr>
            <a:xfrm>
              <a:off x="847725"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0" name="Google Shape;1430;p17"/>
            <p:cNvSpPr/>
            <p:nvPr/>
          </p:nvSpPr>
          <p:spPr>
            <a:xfrm>
              <a:off x="8731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1" name="Google Shape;1431;p17"/>
            <p:cNvSpPr/>
            <p:nvPr/>
          </p:nvSpPr>
          <p:spPr>
            <a:xfrm>
              <a:off x="8985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2" name="Google Shape;1432;p17"/>
            <p:cNvSpPr/>
            <p:nvPr/>
          </p:nvSpPr>
          <p:spPr>
            <a:xfrm>
              <a:off x="9239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3" name="Google Shape;1433;p17"/>
            <p:cNvSpPr/>
            <p:nvPr/>
          </p:nvSpPr>
          <p:spPr>
            <a:xfrm>
              <a:off x="9493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4" name="Google Shape;1434;p17"/>
            <p:cNvSpPr/>
            <p:nvPr/>
          </p:nvSpPr>
          <p:spPr>
            <a:xfrm>
              <a:off x="9747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5" name="Google Shape;1435;p17"/>
            <p:cNvSpPr/>
            <p:nvPr/>
          </p:nvSpPr>
          <p:spPr>
            <a:xfrm>
              <a:off x="10001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6" name="Google Shape;1436;p17"/>
            <p:cNvSpPr/>
            <p:nvPr/>
          </p:nvSpPr>
          <p:spPr>
            <a:xfrm>
              <a:off x="10255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7" name="Google Shape;1437;p17"/>
            <p:cNvSpPr/>
            <p:nvPr/>
          </p:nvSpPr>
          <p:spPr>
            <a:xfrm>
              <a:off x="10509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8" name="Google Shape;1438;p17"/>
            <p:cNvSpPr/>
            <p:nvPr/>
          </p:nvSpPr>
          <p:spPr>
            <a:xfrm>
              <a:off x="10763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9" name="Google Shape;1439;p17"/>
            <p:cNvSpPr/>
            <p:nvPr/>
          </p:nvSpPr>
          <p:spPr>
            <a:xfrm>
              <a:off x="11017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0" name="Google Shape;1440;p17"/>
            <p:cNvSpPr/>
            <p:nvPr/>
          </p:nvSpPr>
          <p:spPr>
            <a:xfrm>
              <a:off x="11271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1" name="Google Shape;1441;p17"/>
            <p:cNvSpPr/>
            <p:nvPr/>
          </p:nvSpPr>
          <p:spPr>
            <a:xfrm>
              <a:off x="11525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2" name="Google Shape;1442;p17"/>
            <p:cNvSpPr/>
            <p:nvPr/>
          </p:nvSpPr>
          <p:spPr>
            <a:xfrm>
              <a:off x="11779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3" name="Google Shape;1443;p17"/>
            <p:cNvSpPr/>
            <p:nvPr/>
          </p:nvSpPr>
          <p:spPr>
            <a:xfrm>
              <a:off x="12033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4" name="Google Shape;1444;p17"/>
            <p:cNvSpPr/>
            <p:nvPr/>
          </p:nvSpPr>
          <p:spPr>
            <a:xfrm>
              <a:off x="12287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5" name="Google Shape;1445;p17"/>
            <p:cNvSpPr/>
            <p:nvPr/>
          </p:nvSpPr>
          <p:spPr>
            <a:xfrm>
              <a:off x="12541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6" name="Google Shape;1446;p17"/>
            <p:cNvSpPr/>
            <p:nvPr/>
          </p:nvSpPr>
          <p:spPr>
            <a:xfrm>
              <a:off x="12795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7" name="Google Shape;1447;p17"/>
            <p:cNvSpPr/>
            <p:nvPr/>
          </p:nvSpPr>
          <p:spPr>
            <a:xfrm>
              <a:off x="13049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8" name="Google Shape;1448;p17"/>
            <p:cNvSpPr/>
            <p:nvPr/>
          </p:nvSpPr>
          <p:spPr>
            <a:xfrm>
              <a:off x="1330325"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9" name="Google Shape;1449;p17"/>
            <p:cNvSpPr/>
            <p:nvPr/>
          </p:nvSpPr>
          <p:spPr>
            <a:xfrm>
              <a:off x="13557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0" name="Google Shape;1450;p17"/>
            <p:cNvSpPr/>
            <p:nvPr/>
          </p:nvSpPr>
          <p:spPr>
            <a:xfrm>
              <a:off x="13811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1" name="Google Shape;1451;p17"/>
            <p:cNvSpPr/>
            <p:nvPr/>
          </p:nvSpPr>
          <p:spPr>
            <a:xfrm>
              <a:off x="14065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2" name="Google Shape;1452;p17"/>
            <p:cNvSpPr/>
            <p:nvPr/>
          </p:nvSpPr>
          <p:spPr>
            <a:xfrm>
              <a:off x="14319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3" name="Google Shape;1453;p17"/>
            <p:cNvSpPr/>
            <p:nvPr/>
          </p:nvSpPr>
          <p:spPr>
            <a:xfrm>
              <a:off x="14573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4" name="Google Shape;1454;p17"/>
            <p:cNvSpPr/>
            <p:nvPr/>
          </p:nvSpPr>
          <p:spPr>
            <a:xfrm>
              <a:off x="14827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5" name="Google Shape;1455;p17"/>
            <p:cNvSpPr/>
            <p:nvPr/>
          </p:nvSpPr>
          <p:spPr>
            <a:xfrm>
              <a:off x="15081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6" name="Google Shape;1456;p17"/>
            <p:cNvSpPr/>
            <p:nvPr/>
          </p:nvSpPr>
          <p:spPr>
            <a:xfrm>
              <a:off x="15335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7" name="Google Shape;1457;p17"/>
            <p:cNvSpPr/>
            <p:nvPr/>
          </p:nvSpPr>
          <p:spPr>
            <a:xfrm>
              <a:off x="1558925"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8" name="Google Shape;1458;p17"/>
            <p:cNvSpPr/>
            <p:nvPr/>
          </p:nvSpPr>
          <p:spPr>
            <a:xfrm>
              <a:off x="15843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9" name="Google Shape;1459;p17"/>
            <p:cNvSpPr/>
            <p:nvPr/>
          </p:nvSpPr>
          <p:spPr>
            <a:xfrm>
              <a:off x="16097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0" name="Google Shape;1460;p17"/>
            <p:cNvSpPr/>
            <p:nvPr/>
          </p:nvSpPr>
          <p:spPr>
            <a:xfrm>
              <a:off x="16351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1" name="Google Shape;1461;p17"/>
            <p:cNvSpPr/>
            <p:nvPr/>
          </p:nvSpPr>
          <p:spPr>
            <a:xfrm>
              <a:off x="16605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2" name="Google Shape;1462;p17"/>
            <p:cNvSpPr/>
            <p:nvPr/>
          </p:nvSpPr>
          <p:spPr>
            <a:xfrm>
              <a:off x="16859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3" name="Google Shape;1463;p17"/>
            <p:cNvSpPr/>
            <p:nvPr/>
          </p:nvSpPr>
          <p:spPr>
            <a:xfrm>
              <a:off x="17113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4" name="Google Shape;1464;p17"/>
            <p:cNvSpPr/>
            <p:nvPr/>
          </p:nvSpPr>
          <p:spPr>
            <a:xfrm>
              <a:off x="17367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5" name="Google Shape;1465;p17"/>
            <p:cNvSpPr/>
            <p:nvPr/>
          </p:nvSpPr>
          <p:spPr>
            <a:xfrm>
              <a:off x="17621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6" name="Google Shape;1466;p17"/>
            <p:cNvSpPr/>
            <p:nvPr/>
          </p:nvSpPr>
          <p:spPr>
            <a:xfrm>
              <a:off x="17875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7" name="Google Shape;1467;p17"/>
            <p:cNvSpPr/>
            <p:nvPr/>
          </p:nvSpPr>
          <p:spPr>
            <a:xfrm>
              <a:off x="18129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8" name="Google Shape;1468;p17"/>
            <p:cNvSpPr/>
            <p:nvPr/>
          </p:nvSpPr>
          <p:spPr>
            <a:xfrm>
              <a:off x="18383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9" name="Google Shape;1469;p17"/>
            <p:cNvSpPr/>
            <p:nvPr/>
          </p:nvSpPr>
          <p:spPr>
            <a:xfrm>
              <a:off x="18637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0" name="Google Shape;1470;p17"/>
            <p:cNvSpPr/>
            <p:nvPr/>
          </p:nvSpPr>
          <p:spPr>
            <a:xfrm>
              <a:off x="18891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1" name="Google Shape;1471;p17"/>
            <p:cNvSpPr/>
            <p:nvPr/>
          </p:nvSpPr>
          <p:spPr>
            <a:xfrm>
              <a:off x="19145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2" name="Google Shape;1472;p17"/>
            <p:cNvSpPr/>
            <p:nvPr/>
          </p:nvSpPr>
          <p:spPr>
            <a:xfrm>
              <a:off x="19399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3" name="Google Shape;1473;p17"/>
            <p:cNvSpPr/>
            <p:nvPr/>
          </p:nvSpPr>
          <p:spPr>
            <a:xfrm>
              <a:off x="19653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4" name="Google Shape;1474;p17"/>
            <p:cNvSpPr/>
            <p:nvPr/>
          </p:nvSpPr>
          <p:spPr>
            <a:xfrm>
              <a:off x="19907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5" name="Google Shape;1475;p17"/>
            <p:cNvSpPr/>
            <p:nvPr/>
          </p:nvSpPr>
          <p:spPr>
            <a:xfrm>
              <a:off x="20161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6" name="Google Shape;1476;p17"/>
            <p:cNvSpPr/>
            <p:nvPr/>
          </p:nvSpPr>
          <p:spPr>
            <a:xfrm>
              <a:off x="2041525"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7" name="Google Shape;1477;p17"/>
            <p:cNvSpPr/>
            <p:nvPr/>
          </p:nvSpPr>
          <p:spPr>
            <a:xfrm>
              <a:off x="2066925"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8" name="Google Shape;1478;p17"/>
            <p:cNvSpPr/>
            <p:nvPr/>
          </p:nvSpPr>
          <p:spPr>
            <a:xfrm>
              <a:off x="20923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9" name="Google Shape;1479;p17"/>
            <p:cNvSpPr/>
            <p:nvPr/>
          </p:nvSpPr>
          <p:spPr>
            <a:xfrm>
              <a:off x="21177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0" name="Google Shape;1480;p17"/>
            <p:cNvSpPr/>
            <p:nvPr/>
          </p:nvSpPr>
          <p:spPr>
            <a:xfrm>
              <a:off x="21431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1" name="Google Shape;1481;p17"/>
            <p:cNvSpPr/>
            <p:nvPr/>
          </p:nvSpPr>
          <p:spPr>
            <a:xfrm>
              <a:off x="21685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2" name="Google Shape;1482;p17"/>
            <p:cNvSpPr/>
            <p:nvPr/>
          </p:nvSpPr>
          <p:spPr>
            <a:xfrm>
              <a:off x="21939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3" name="Google Shape;1483;p17"/>
            <p:cNvSpPr/>
            <p:nvPr/>
          </p:nvSpPr>
          <p:spPr>
            <a:xfrm>
              <a:off x="22193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4" name="Google Shape;1484;p17"/>
            <p:cNvSpPr/>
            <p:nvPr/>
          </p:nvSpPr>
          <p:spPr>
            <a:xfrm>
              <a:off x="22447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5" name="Google Shape;1485;p17"/>
            <p:cNvSpPr/>
            <p:nvPr/>
          </p:nvSpPr>
          <p:spPr>
            <a:xfrm>
              <a:off x="22701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6" name="Google Shape;1486;p17"/>
            <p:cNvSpPr/>
            <p:nvPr/>
          </p:nvSpPr>
          <p:spPr>
            <a:xfrm>
              <a:off x="22955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7" name="Google Shape;1487;p17"/>
            <p:cNvSpPr/>
            <p:nvPr/>
          </p:nvSpPr>
          <p:spPr>
            <a:xfrm>
              <a:off x="23209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8" name="Google Shape;1488;p17"/>
            <p:cNvSpPr/>
            <p:nvPr/>
          </p:nvSpPr>
          <p:spPr>
            <a:xfrm>
              <a:off x="23463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9" name="Google Shape;1489;p17"/>
            <p:cNvSpPr/>
            <p:nvPr/>
          </p:nvSpPr>
          <p:spPr>
            <a:xfrm>
              <a:off x="23717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0" name="Google Shape;1490;p17"/>
            <p:cNvSpPr/>
            <p:nvPr/>
          </p:nvSpPr>
          <p:spPr>
            <a:xfrm>
              <a:off x="23971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1" name="Google Shape;1491;p17"/>
            <p:cNvSpPr/>
            <p:nvPr/>
          </p:nvSpPr>
          <p:spPr>
            <a:xfrm>
              <a:off x="24225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2" name="Google Shape;1492;p17"/>
            <p:cNvSpPr/>
            <p:nvPr/>
          </p:nvSpPr>
          <p:spPr>
            <a:xfrm>
              <a:off x="24479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3" name="Google Shape;1493;p17"/>
            <p:cNvSpPr/>
            <p:nvPr/>
          </p:nvSpPr>
          <p:spPr>
            <a:xfrm>
              <a:off x="24733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4" name="Google Shape;1494;p17"/>
            <p:cNvSpPr/>
            <p:nvPr/>
          </p:nvSpPr>
          <p:spPr>
            <a:xfrm>
              <a:off x="24987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5" name="Google Shape;1495;p17"/>
            <p:cNvSpPr/>
            <p:nvPr/>
          </p:nvSpPr>
          <p:spPr>
            <a:xfrm>
              <a:off x="25241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6" name="Google Shape;1496;p17"/>
            <p:cNvSpPr/>
            <p:nvPr/>
          </p:nvSpPr>
          <p:spPr>
            <a:xfrm>
              <a:off x="2549525"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7" name="Google Shape;1497;p17"/>
            <p:cNvSpPr/>
            <p:nvPr/>
          </p:nvSpPr>
          <p:spPr>
            <a:xfrm>
              <a:off x="25749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8" name="Google Shape;1498;p17"/>
            <p:cNvSpPr/>
            <p:nvPr/>
          </p:nvSpPr>
          <p:spPr>
            <a:xfrm>
              <a:off x="26003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9" name="Google Shape;1499;p17"/>
            <p:cNvSpPr/>
            <p:nvPr/>
          </p:nvSpPr>
          <p:spPr>
            <a:xfrm>
              <a:off x="26257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0" name="Google Shape;1500;p17"/>
            <p:cNvSpPr/>
            <p:nvPr/>
          </p:nvSpPr>
          <p:spPr>
            <a:xfrm>
              <a:off x="26511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1" name="Google Shape;1501;p17"/>
            <p:cNvSpPr/>
            <p:nvPr/>
          </p:nvSpPr>
          <p:spPr>
            <a:xfrm>
              <a:off x="26765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2" name="Google Shape;1502;p17"/>
            <p:cNvSpPr/>
            <p:nvPr/>
          </p:nvSpPr>
          <p:spPr>
            <a:xfrm>
              <a:off x="27019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3" name="Google Shape;1503;p17"/>
            <p:cNvSpPr/>
            <p:nvPr/>
          </p:nvSpPr>
          <p:spPr>
            <a:xfrm>
              <a:off x="27273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4" name="Google Shape;1504;p17"/>
            <p:cNvSpPr/>
            <p:nvPr/>
          </p:nvSpPr>
          <p:spPr>
            <a:xfrm>
              <a:off x="27527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5" name="Google Shape;1505;p17"/>
            <p:cNvSpPr/>
            <p:nvPr/>
          </p:nvSpPr>
          <p:spPr>
            <a:xfrm>
              <a:off x="277812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6" name="Google Shape;1506;p17"/>
            <p:cNvSpPr/>
            <p:nvPr/>
          </p:nvSpPr>
          <p:spPr>
            <a:xfrm>
              <a:off x="28035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7" name="Google Shape;1507;p17"/>
            <p:cNvSpPr/>
            <p:nvPr/>
          </p:nvSpPr>
          <p:spPr>
            <a:xfrm>
              <a:off x="28289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8" name="Google Shape;1508;p17"/>
            <p:cNvSpPr/>
            <p:nvPr/>
          </p:nvSpPr>
          <p:spPr>
            <a:xfrm>
              <a:off x="28543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9" name="Google Shape;1509;p17"/>
            <p:cNvSpPr/>
            <p:nvPr/>
          </p:nvSpPr>
          <p:spPr>
            <a:xfrm>
              <a:off x="28797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0" name="Google Shape;1510;p17"/>
            <p:cNvSpPr/>
            <p:nvPr/>
          </p:nvSpPr>
          <p:spPr>
            <a:xfrm>
              <a:off x="29051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1" name="Google Shape;1511;p17"/>
            <p:cNvSpPr/>
            <p:nvPr/>
          </p:nvSpPr>
          <p:spPr>
            <a:xfrm>
              <a:off x="29305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2" name="Google Shape;1512;p17"/>
            <p:cNvSpPr/>
            <p:nvPr/>
          </p:nvSpPr>
          <p:spPr>
            <a:xfrm>
              <a:off x="29559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3" name="Google Shape;1513;p17"/>
            <p:cNvSpPr/>
            <p:nvPr/>
          </p:nvSpPr>
          <p:spPr>
            <a:xfrm>
              <a:off x="29813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4" name="Google Shape;1514;p17"/>
            <p:cNvSpPr/>
            <p:nvPr/>
          </p:nvSpPr>
          <p:spPr>
            <a:xfrm>
              <a:off x="30067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5" name="Google Shape;1515;p17"/>
            <p:cNvSpPr/>
            <p:nvPr/>
          </p:nvSpPr>
          <p:spPr>
            <a:xfrm>
              <a:off x="30321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6" name="Google Shape;1516;p17"/>
            <p:cNvSpPr/>
            <p:nvPr/>
          </p:nvSpPr>
          <p:spPr>
            <a:xfrm>
              <a:off x="30575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7" name="Google Shape;1517;p17"/>
            <p:cNvSpPr/>
            <p:nvPr/>
          </p:nvSpPr>
          <p:spPr>
            <a:xfrm>
              <a:off x="30829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8" name="Google Shape;1518;p17"/>
            <p:cNvSpPr/>
            <p:nvPr/>
          </p:nvSpPr>
          <p:spPr>
            <a:xfrm>
              <a:off x="31083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9" name="Google Shape;1519;p17"/>
            <p:cNvSpPr/>
            <p:nvPr/>
          </p:nvSpPr>
          <p:spPr>
            <a:xfrm>
              <a:off x="31337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0" name="Google Shape;1520;p17"/>
            <p:cNvSpPr/>
            <p:nvPr/>
          </p:nvSpPr>
          <p:spPr>
            <a:xfrm>
              <a:off x="31591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1" name="Google Shape;1521;p17"/>
            <p:cNvSpPr/>
            <p:nvPr/>
          </p:nvSpPr>
          <p:spPr>
            <a:xfrm>
              <a:off x="31845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2" name="Google Shape;1522;p17"/>
            <p:cNvSpPr/>
            <p:nvPr/>
          </p:nvSpPr>
          <p:spPr>
            <a:xfrm>
              <a:off x="32099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3" name="Google Shape;1523;p17"/>
            <p:cNvSpPr/>
            <p:nvPr/>
          </p:nvSpPr>
          <p:spPr>
            <a:xfrm>
              <a:off x="32353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4" name="Google Shape;1524;p17"/>
            <p:cNvSpPr/>
            <p:nvPr/>
          </p:nvSpPr>
          <p:spPr>
            <a:xfrm>
              <a:off x="3260725"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5" name="Google Shape;1525;p17"/>
            <p:cNvSpPr/>
            <p:nvPr/>
          </p:nvSpPr>
          <p:spPr>
            <a:xfrm>
              <a:off x="32861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6" name="Google Shape;1526;p17"/>
            <p:cNvSpPr/>
            <p:nvPr/>
          </p:nvSpPr>
          <p:spPr>
            <a:xfrm>
              <a:off x="33115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7" name="Google Shape;1527;p17"/>
            <p:cNvSpPr/>
            <p:nvPr/>
          </p:nvSpPr>
          <p:spPr>
            <a:xfrm>
              <a:off x="33369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8" name="Google Shape;1528;p17"/>
            <p:cNvSpPr/>
            <p:nvPr/>
          </p:nvSpPr>
          <p:spPr>
            <a:xfrm>
              <a:off x="33623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9" name="Google Shape;1529;p17"/>
            <p:cNvSpPr/>
            <p:nvPr/>
          </p:nvSpPr>
          <p:spPr>
            <a:xfrm>
              <a:off x="33877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0" name="Google Shape;1530;p17"/>
            <p:cNvSpPr/>
            <p:nvPr/>
          </p:nvSpPr>
          <p:spPr>
            <a:xfrm>
              <a:off x="34131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1" name="Google Shape;1531;p17"/>
            <p:cNvSpPr/>
            <p:nvPr/>
          </p:nvSpPr>
          <p:spPr>
            <a:xfrm>
              <a:off x="34385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2" name="Google Shape;1532;p17"/>
            <p:cNvSpPr/>
            <p:nvPr/>
          </p:nvSpPr>
          <p:spPr>
            <a:xfrm>
              <a:off x="34639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3" name="Google Shape;1533;p17"/>
            <p:cNvSpPr/>
            <p:nvPr/>
          </p:nvSpPr>
          <p:spPr>
            <a:xfrm>
              <a:off x="34893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4" name="Google Shape;1534;p17"/>
            <p:cNvSpPr/>
            <p:nvPr/>
          </p:nvSpPr>
          <p:spPr>
            <a:xfrm>
              <a:off x="35147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5" name="Google Shape;1535;p17"/>
            <p:cNvSpPr/>
            <p:nvPr/>
          </p:nvSpPr>
          <p:spPr>
            <a:xfrm>
              <a:off x="35401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6" name="Google Shape;1536;p17"/>
            <p:cNvSpPr/>
            <p:nvPr/>
          </p:nvSpPr>
          <p:spPr>
            <a:xfrm>
              <a:off x="356552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7" name="Google Shape;1537;p17"/>
            <p:cNvSpPr/>
            <p:nvPr/>
          </p:nvSpPr>
          <p:spPr>
            <a:xfrm>
              <a:off x="35909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8" name="Google Shape;1538;p17"/>
            <p:cNvSpPr/>
            <p:nvPr/>
          </p:nvSpPr>
          <p:spPr>
            <a:xfrm>
              <a:off x="36163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9" name="Google Shape;1539;p17"/>
            <p:cNvSpPr/>
            <p:nvPr/>
          </p:nvSpPr>
          <p:spPr>
            <a:xfrm>
              <a:off x="36417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0" name="Google Shape;1540;p17"/>
            <p:cNvSpPr/>
            <p:nvPr/>
          </p:nvSpPr>
          <p:spPr>
            <a:xfrm>
              <a:off x="36671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1" name="Google Shape;1541;p17"/>
            <p:cNvSpPr/>
            <p:nvPr/>
          </p:nvSpPr>
          <p:spPr>
            <a:xfrm>
              <a:off x="36925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2" name="Google Shape;1542;p17"/>
            <p:cNvSpPr/>
            <p:nvPr/>
          </p:nvSpPr>
          <p:spPr>
            <a:xfrm>
              <a:off x="37179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3" name="Google Shape;1543;p17"/>
            <p:cNvSpPr/>
            <p:nvPr/>
          </p:nvSpPr>
          <p:spPr>
            <a:xfrm>
              <a:off x="3743325" y="762000"/>
              <a:ext cx="31800" cy="381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4" name="Google Shape;1544;p17"/>
            <p:cNvSpPr/>
            <p:nvPr/>
          </p:nvSpPr>
          <p:spPr>
            <a:xfrm>
              <a:off x="3768725"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5" name="Google Shape;1545;p17"/>
            <p:cNvSpPr/>
            <p:nvPr/>
          </p:nvSpPr>
          <p:spPr>
            <a:xfrm>
              <a:off x="37941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6" name="Google Shape;1546;p17"/>
            <p:cNvSpPr/>
            <p:nvPr/>
          </p:nvSpPr>
          <p:spPr>
            <a:xfrm>
              <a:off x="38195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7" name="Google Shape;1547;p17"/>
            <p:cNvSpPr/>
            <p:nvPr/>
          </p:nvSpPr>
          <p:spPr>
            <a:xfrm>
              <a:off x="38449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8" name="Google Shape;1548;p17"/>
            <p:cNvSpPr/>
            <p:nvPr/>
          </p:nvSpPr>
          <p:spPr>
            <a:xfrm>
              <a:off x="3870325"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549" name="Google Shape;1549;p17"/>
          <p:cNvSpPr txBox="1"/>
          <p:nvPr/>
        </p:nvSpPr>
        <p:spPr>
          <a:xfrm>
            <a:off x="238125" y="857250"/>
            <a:ext cx="8667900" cy="381000"/>
          </a:xfrm>
          <a:prstGeom prst="rect">
            <a:avLst/>
          </a:prstGeom>
          <a:noFill/>
          <a:ln>
            <a:noFill/>
          </a:ln>
        </p:spPr>
        <p:txBody>
          <a:bodyPr spcFirstLastPara="1" wrap="square" lIns="91425" tIns="91425" rIns="91425" bIns="91425" anchor="t" anchorCtr="0">
            <a:noAutofit/>
          </a:bodyPr>
          <a:lstStyle/>
          <a:p>
            <a:r>
              <a:rPr lang="en-US" altLang="ja-JP" sz="1600"/>
              <a:t>Deleveraging and ETF Market Slowdown Amplify the Decline</a:t>
            </a:r>
            <a:endParaRPr lang="en-US" altLang="ja-JP" sz="1600" dirty="0"/>
          </a:p>
        </p:txBody>
      </p:sp>
      <p:sp>
        <p:nvSpPr>
          <p:cNvPr id="1550" name="Google Shape;1550;p17"/>
          <p:cNvSpPr/>
          <p:nvPr/>
        </p:nvSpPr>
        <p:spPr>
          <a:xfrm>
            <a:off x="238125" y="1581150"/>
            <a:ext cx="8667900" cy="31434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1" name="Google Shape;1551;p17"/>
          <p:cNvSpPr/>
          <p:nvPr/>
        </p:nvSpPr>
        <p:spPr>
          <a:xfrm>
            <a:off x="238125" y="1581150"/>
            <a:ext cx="3250500" cy="381000"/>
          </a:xfrm>
          <a:prstGeom prst="rect">
            <a:avLst/>
          </a:prstGeom>
          <a:solidFill>
            <a:srgbClr val="2F9C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b="1" dirty="0">
                <a:solidFill>
                  <a:srgbClr val="FFFFFF"/>
                </a:solidFill>
              </a:rPr>
              <a:t>Major Downside Factors</a:t>
            </a:r>
            <a:endParaRPr b="1" dirty="0">
              <a:solidFill>
                <a:srgbClr val="FFFFFF"/>
              </a:solidFill>
            </a:endParaRPr>
          </a:p>
        </p:txBody>
      </p:sp>
      <p:sp>
        <p:nvSpPr>
          <p:cNvPr id="1552" name="Google Shape;1552;p17"/>
          <p:cNvSpPr/>
          <p:nvPr/>
        </p:nvSpPr>
        <p:spPr>
          <a:xfrm>
            <a:off x="5655377" y="1581150"/>
            <a:ext cx="3250500" cy="3810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b="1" dirty="0">
                <a:solidFill>
                  <a:schemeClr val="tx1"/>
                </a:solidFill>
              </a:rPr>
              <a:t>Market Impact / Data</a:t>
            </a:r>
            <a:endParaRPr b="1" dirty="0">
              <a:solidFill>
                <a:schemeClr val="tx1"/>
              </a:solidFill>
            </a:endParaRPr>
          </a:p>
        </p:txBody>
      </p:sp>
      <p:sp>
        <p:nvSpPr>
          <p:cNvPr id="1553" name="Google Shape;1553;p17"/>
          <p:cNvSpPr txBox="1"/>
          <p:nvPr/>
        </p:nvSpPr>
        <p:spPr>
          <a:xfrm>
            <a:off x="3488531" y="2232025"/>
            <a:ext cx="2166900" cy="381000"/>
          </a:xfrm>
          <a:prstGeom prst="rect">
            <a:avLst/>
          </a:prstGeom>
          <a:noFill/>
          <a:ln>
            <a:noFill/>
          </a:ln>
        </p:spPr>
        <p:txBody>
          <a:bodyPr spcFirstLastPara="1" wrap="square" lIns="91425" tIns="91425" rIns="91425" bIns="91425" anchor="ctr" anchorCtr="0">
            <a:noAutofit/>
          </a:bodyPr>
          <a:lstStyle/>
          <a:p>
            <a:pPr lvl="0" algn="ctr"/>
            <a:r>
              <a:rPr lang="en-US" altLang="ja-JP" dirty="0"/>
              <a:t>Deleveraging </a:t>
            </a:r>
            <a:endParaRPr b="1" dirty="0">
              <a:solidFill>
                <a:schemeClr val="tx1"/>
              </a:solidFill>
            </a:endParaRPr>
          </a:p>
        </p:txBody>
      </p:sp>
      <p:sp>
        <p:nvSpPr>
          <p:cNvPr id="1554" name="Google Shape;1554;p17"/>
          <p:cNvSpPr txBox="1"/>
          <p:nvPr/>
        </p:nvSpPr>
        <p:spPr>
          <a:xfrm>
            <a:off x="238125" y="223202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 Futures / Open Interest</a:t>
            </a:r>
            <a:endParaRPr sz="2200" b="1" dirty="0">
              <a:solidFill>
                <a:srgbClr val="333333"/>
              </a:solidFill>
            </a:endParaRPr>
          </a:p>
        </p:txBody>
      </p:sp>
      <p:sp>
        <p:nvSpPr>
          <p:cNvPr id="1555" name="Google Shape;1555;p17"/>
          <p:cNvSpPr txBox="1"/>
          <p:nvPr/>
        </p:nvSpPr>
        <p:spPr>
          <a:xfrm>
            <a:off x="5655469" y="223202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Rapid Deleveraging</a:t>
            </a:r>
            <a:endParaRPr sz="2200" b="1" dirty="0">
              <a:solidFill>
                <a:srgbClr val="333333"/>
              </a:solidFill>
            </a:endParaRPr>
          </a:p>
        </p:txBody>
      </p:sp>
      <p:cxnSp>
        <p:nvCxnSpPr>
          <p:cNvPr id="1556" name="Google Shape;1556;p17"/>
          <p:cNvCxnSpPr/>
          <p:nvPr/>
        </p:nvCxnSpPr>
        <p:spPr>
          <a:xfrm>
            <a:off x="381000" y="2882900"/>
            <a:ext cx="8382000" cy="0"/>
          </a:xfrm>
          <a:prstGeom prst="straightConnector1">
            <a:avLst/>
          </a:prstGeom>
          <a:noFill/>
          <a:ln w="12700" cap="flat" cmpd="sng">
            <a:solidFill>
              <a:srgbClr val="EBEFEF"/>
            </a:solidFill>
            <a:prstDash val="solid"/>
            <a:round/>
            <a:headEnd type="none" w="med" len="med"/>
            <a:tailEnd type="none" w="med" len="med"/>
          </a:ln>
        </p:spPr>
      </p:cxnSp>
      <p:sp>
        <p:nvSpPr>
          <p:cNvPr id="1557" name="Google Shape;1557;p17"/>
          <p:cNvSpPr txBox="1"/>
          <p:nvPr/>
        </p:nvSpPr>
        <p:spPr>
          <a:xfrm>
            <a:off x="3488531" y="3152775"/>
            <a:ext cx="21669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dirty="0">
                <a:solidFill>
                  <a:schemeClr val="tx1"/>
                </a:solidFill>
              </a:rPr>
              <a:t>ETF Capital Outflows</a:t>
            </a:r>
            <a:endParaRPr dirty="0">
              <a:solidFill>
                <a:schemeClr val="tx1"/>
              </a:solidFill>
            </a:endParaRPr>
          </a:p>
        </p:txBody>
      </p:sp>
      <p:sp>
        <p:nvSpPr>
          <p:cNvPr id="1558" name="Google Shape;1558;p17"/>
          <p:cNvSpPr txBox="1"/>
          <p:nvPr/>
        </p:nvSpPr>
        <p:spPr>
          <a:xfrm>
            <a:off x="238125" y="315277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Spot ETF</a:t>
            </a:r>
            <a:endParaRPr sz="2200" b="1" dirty="0">
              <a:solidFill>
                <a:srgbClr val="333333"/>
              </a:solidFill>
            </a:endParaRPr>
          </a:p>
        </p:txBody>
      </p:sp>
      <p:sp>
        <p:nvSpPr>
          <p:cNvPr id="1559" name="Google Shape;1559;p17"/>
          <p:cNvSpPr txBox="1"/>
          <p:nvPr/>
        </p:nvSpPr>
        <p:spPr>
          <a:xfrm>
            <a:off x="5655469" y="315277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AUM approx. </a:t>
            </a:r>
            <a:r>
              <a:rPr lang="ja-JP" altLang="en-US" sz="2200" b="1" dirty="0">
                <a:solidFill>
                  <a:srgbClr val="333333"/>
                </a:solidFill>
              </a:rPr>
              <a:t>▲</a:t>
            </a:r>
            <a:r>
              <a:rPr lang="en-US" altLang="ja" sz="2200" b="1" dirty="0">
                <a:solidFill>
                  <a:srgbClr val="333333"/>
                </a:solidFill>
              </a:rPr>
              <a:t>16.3%</a:t>
            </a:r>
            <a:endParaRPr sz="2200" b="1" dirty="0">
              <a:solidFill>
                <a:srgbClr val="333333"/>
              </a:solidFill>
            </a:endParaRPr>
          </a:p>
        </p:txBody>
      </p:sp>
      <p:cxnSp>
        <p:nvCxnSpPr>
          <p:cNvPr id="1560" name="Google Shape;1560;p17"/>
          <p:cNvCxnSpPr/>
          <p:nvPr/>
        </p:nvCxnSpPr>
        <p:spPr>
          <a:xfrm>
            <a:off x="381000" y="3803650"/>
            <a:ext cx="8382000" cy="0"/>
          </a:xfrm>
          <a:prstGeom prst="straightConnector1">
            <a:avLst/>
          </a:prstGeom>
          <a:noFill/>
          <a:ln w="12700" cap="flat" cmpd="sng">
            <a:solidFill>
              <a:srgbClr val="EBEFEF"/>
            </a:solidFill>
            <a:prstDash val="solid"/>
            <a:round/>
            <a:headEnd type="none" w="med" len="med"/>
            <a:tailEnd type="none" w="med" len="med"/>
          </a:ln>
        </p:spPr>
      </p:cxnSp>
      <p:sp>
        <p:nvSpPr>
          <p:cNvPr id="1561" name="Google Shape;1561;p17"/>
          <p:cNvSpPr txBox="1"/>
          <p:nvPr/>
        </p:nvSpPr>
        <p:spPr>
          <a:xfrm>
            <a:off x="3488531" y="4073525"/>
            <a:ext cx="2166900" cy="381000"/>
          </a:xfrm>
          <a:prstGeom prst="rect">
            <a:avLst/>
          </a:prstGeom>
          <a:noFill/>
          <a:ln>
            <a:noFill/>
          </a:ln>
        </p:spPr>
        <p:txBody>
          <a:bodyPr spcFirstLastPara="1" wrap="square" lIns="91425" tIns="91425" rIns="91425" bIns="91425" anchor="ctr" anchorCtr="0">
            <a:noAutofit/>
          </a:bodyPr>
          <a:lstStyle/>
          <a:p>
            <a:pPr lvl="0" algn="ctr"/>
            <a:r>
              <a:rPr lang="en-US" altLang="ja-JP" dirty="0"/>
              <a:t>Market Sentiment</a:t>
            </a:r>
            <a:endParaRPr b="1" dirty="0">
              <a:solidFill>
                <a:schemeClr val="tx1"/>
              </a:solidFill>
            </a:endParaRPr>
          </a:p>
        </p:txBody>
      </p:sp>
      <p:sp>
        <p:nvSpPr>
          <p:cNvPr id="1562" name="Google Shape;1562;p17"/>
          <p:cNvSpPr txBox="1"/>
          <p:nvPr/>
        </p:nvSpPr>
        <p:spPr>
          <a:xfrm>
            <a:off x="238125" y="407352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 Fear &amp; Greed Index</a:t>
            </a:r>
            <a:endParaRPr sz="2200" b="1" dirty="0">
              <a:solidFill>
                <a:srgbClr val="333333"/>
              </a:solidFill>
            </a:endParaRPr>
          </a:p>
        </p:txBody>
      </p:sp>
      <p:sp>
        <p:nvSpPr>
          <p:cNvPr id="1563" name="Google Shape;1563;p17"/>
          <p:cNvSpPr txBox="1"/>
          <p:nvPr/>
        </p:nvSpPr>
        <p:spPr>
          <a:xfrm>
            <a:off x="5655469" y="4073525"/>
            <a:ext cx="32505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2200" b="1" dirty="0">
                <a:solidFill>
                  <a:srgbClr val="333333"/>
                </a:solidFill>
              </a:rPr>
              <a:t>Extreme Fear</a:t>
            </a:r>
            <a:endParaRPr sz="2200" b="1" dirty="0">
              <a:solidFill>
                <a:srgbClr val="333333"/>
              </a:solidFill>
            </a:endParaRPr>
          </a:p>
        </p:txBody>
      </p:sp>
      <p:grpSp>
        <p:nvGrpSpPr>
          <p:cNvPr id="1564" name="Google Shape;1564;p17"/>
          <p:cNvGrpSpPr/>
          <p:nvPr/>
        </p:nvGrpSpPr>
        <p:grpSpPr>
          <a:xfrm>
            <a:off x="0" y="5086350"/>
            <a:ext cx="9150400" cy="57300"/>
            <a:chOff x="0" y="5086350"/>
            <a:chExt cx="9150400" cy="57300"/>
          </a:xfrm>
        </p:grpSpPr>
        <p:sp>
          <p:nvSpPr>
            <p:cNvPr id="1565" name="Google Shape;1565;p17"/>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6" name="Google Shape;1566;p17"/>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7" name="Google Shape;1567;p17"/>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8" name="Google Shape;1568;p17"/>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9" name="Google Shape;1569;p17"/>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0" name="Google Shape;1570;p17"/>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1" name="Google Shape;1571;p17"/>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2" name="Google Shape;1572;p17"/>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3" name="Google Shape;1573;p17"/>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4" name="Google Shape;1574;p17"/>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5" name="Google Shape;1575;p17"/>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6" name="Google Shape;1576;p17"/>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7" name="Google Shape;1577;p17"/>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8" name="Google Shape;1578;p17"/>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9" name="Google Shape;1579;p17"/>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0" name="Google Shape;1580;p17"/>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1" name="Google Shape;1581;p17"/>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2" name="Google Shape;1582;p17"/>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3" name="Google Shape;1583;p17"/>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4" name="Google Shape;1584;p17"/>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5" name="Google Shape;1585;p17"/>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6" name="Google Shape;1586;p17"/>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7" name="Google Shape;1587;p17"/>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8" name="Google Shape;1588;p17"/>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9" name="Google Shape;1589;p17"/>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0" name="Google Shape;1590;p17"/>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1" name="Google Shape;1591;p17"/>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2" name="Google Shape;1592;p17"/>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3" name="Google Shape;1593;p17"/>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4" name="Google Shape;1594;p17"/>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5" name="Google Shape;1595;p17"/>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6" name="Google Shape;1596;p17"/>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7" name="Google Shape;1597;p17"/>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8" name="Google Shape;1598;p17"/>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9" name="Google Shape;1599;p17"/>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0" name="Google Shape;1600;p17"/>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1" name="Google Shape;1601;p17"/>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2" name="Google Shape;1602;p17"/>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3" name="Google Shape;1603;p17"/>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4" name="Google Shape;1604;p17"/>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5" name="Google Shape;1605;p17"/>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6" name="Google Shape;1606;p17"/>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7" name="Google Shape;1607;p17"/>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8" name="Google Shape;1608;p17"/>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9" name="Google Shape;1609;p17"/>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0" name="Google Shape;1610;p17"/>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1" name="Google Shape;1611;p17"/>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2" name="Google Shape;1612;p17"/>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3" name="Google Shape;1613;p17"/>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4" name="Google Shape;1614;p17"/>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5" name="Google Shape;1615;p17"/>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6" name="Google Shape;1616;p17"/>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7" name="Google Shape;1617;p17"/>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8" name="Google Shape;1618;p17"/>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9" name="Google Shape;1619;p17"/>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0" name="Google Shape;1620;p17"/>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1" name="Google Shape;1621;p17"/>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2" name="Google Shape;1622;p17"/>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3" name="Google Shape;1623;p17"/>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4" name="Google Shape;1624;p17"/>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5" name="Google Shape;1625;p17"/>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6" name="Google Shape;1626;p17"/>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7" name="Google Shape;1627;p17"/>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8" name="Google Shape;1628;p17"/>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9" name="Google Shape;1629;p17"/>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0" name="Google Shape;1630;p17"/>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1" name="Google Shape;1631;p17"/>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2" name="Google Shape;1632;p17"/>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3" name="Google Shape;1633;p17"/>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4" name="Google Shape;1634;p17"/>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5" name="Google Shape;1635;p17"/>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6" name="Google Shape;1636;p17"/>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7" name="Google Shape;1637;p17"/>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8" name="Google Shape;1638;p17"/>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9" name="Google Shape;1639;p17"/>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0" name="Google Shape;1640;p17"/>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1" name="Google Shape;1641;p17"/>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2" name="Google Shape;1642;p17"/>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3" name="Google Shape;1643;p17"/>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4" name="Google Shape;1644;p17"/>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5" name="Google Shape;1645;p17"/>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6" name="Google Shape;1646;p17"/>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7" name="Google Shape;1647;p17"/>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8" name="Google Shape;1648;p17"/>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9" name="Google Shape;1649;p17"/>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0" name="Google Shape;1650;p17"/>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1" name="Google Shape;1651;p17"/>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2" name="Google Shape;1652;p17"/>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3" name="Google Shape;1653;p17"/>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4" name="Google Shape;1654;p17"/>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5" name="Google Shape;1655;p17"/>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6" name="Google Shape;1656;p17"/>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7" name="Google Shape;1657;p17"/>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8" name="Google Shape;1658;p17"/>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9" name="Google Shape;1659;p17"/>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0" name="Google Shape;1660;p17"/>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1" name="Google Shape;1661;p17"/>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2" name="Google Shape;1662;p17"/>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3" name="Google Shape;1663;p17"/>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4" name="Google Shape;1664;p17"/>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5" name="Google Shape;1665;p17"/>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6" name="Google Shape;1666;p17"/>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7" name="Google Shape;1667;p17"/>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8" name="Google Shape;1668;p17"/>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9" name="Google Shape;1669;p17"/>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0" name="Google Shape;1670;p17"/>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1" name="Google Shape;1671;p17"/>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2" name="Google Shape;1672;p17"/>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3" name="Google Shape;1673;p17"/>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4" name="Google Shape;1674;p17"/>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5" name="Google Shape;1675;p17"/>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6" name="Google Shape;1676;p17"/>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7" name="Google Shape;1677;p17"/>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8" name="Google Shape;1678;p17"/>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9" name="Google Shape;1679;p17"/>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0" name="Google Shape;1680;p17"/>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1" name="Google Shape;1681;p17"/>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2" name="Google Shape;1682;p17"/>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3" name="Google Shape;1683;p17"/>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4" name="Google Shape;1684;p17"/>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5" name="Google Shape;1685;p17"/>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6" name="Google Shape;1686;p17"/>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7" name="Google Shape;1687;p17"/>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8" name="Google Shape;1688;p17"/>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9" name="Google Shape;1689;p17"/>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0" name="Google Shape;1690;p17"/>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1" name="Google Shape;1691;p17"/>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2" name="Google Shape;1692;p17"/>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3" name="Google Shape;1693;p17"/>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4" name="Google Shape;1694;p17"/>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5" name="Google Shape;1695;p17"/>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6" name="Google Shape;1696;p17"/>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7" name="Google Shape;1697;p17"/>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8" name="Google Shape;1698;p17"/>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9" name="Google Shape;1699;p17"/>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0" name="Google Shape;1700;p17"/>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1" name="Google Shape;1701;p17"/>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2" name="Google Shape;1702;p17"/>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3" name="Google Shape;1703;p17"/>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4" name="Google Shape;1704;p17"/>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5" name="Google Shape;1705;p17"/>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6" name="Google Shape;1706;p17"/>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7" name="Google Shape;1707;p17"/>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8" name="Google Shape;1708;p17"/>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9" name="Google Shape;1709;p17"/>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0" name="Google Shape;1710;p17"/>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1" name="Google Shape;1711;p17"/>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2" name="Google Shape;1712;p17"/>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3" name="Google Shape;1713;p17"/>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4" name="Google Shape;1714;p17"/>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5" name="Google Shape;1715;p17"/>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6" name="Google Shape;1716;p17"/>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7" name="Google Shape;1717;p17"/>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8" name="Google Shape;1718;p17"/>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9" name="Google Shape;1719;p17"/>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0" name="Google Shape;1720;p17"/>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1" name="Google Shape;1721;p17"/>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2" name="Google Shape;1722;p17"/>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3" name="Google Shape;1723;p17"/>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4" name="Google Shape;1724;p17"/>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5" name="Google Shape;1725;p17"/>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6" name="Google Shape;1726;p17"/>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7" name="Google Shape;1727;p17"/>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8" name="Google Shape;1728;p17"/>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9" name="Google Shape;1729;p17"/>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0" name="Google Shape;1730;p17"/>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1" name="Google Shape;1731;p17"/>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2" name="Google Shape;1732;p17"/>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3" name="Google Shape;1733;p17"/>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4" name="Google Shape;1734;p17"/>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5" name="Google Shape;1735;p17"/>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6" name="Google Shape;1736;p17"/>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7" name="Google Shape;1737;p17"/>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8" name="Google Shape;1738;p17"/>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9" name="Google Shape;1739;p17"/>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0" name="Google Shape;1740;p17"/>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1" name="Google Shape;1741;p17"/>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2" name="Google Shape;1742;p17"/>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3" name="Google Shape;1743;p17"/>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4" name="Google Shape;1744;p17"/>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5" name="Google Shape;1745;p17"/>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6" name="Google Shape;1746;p17"/>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7" name="Google Shape;1747;p17"/>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8" name="Google Shape;1748;p17"/>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9" name="Google Shape;1749;p17"/>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0" name="Google Shape;1750;p17"/>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1" name="Google Shape;1751;p17"/>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2" name="Google Shape;1752;p17"/>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3" name="Google Shape;1753;p17"/>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4" name="Google Shape;1754;p17"/>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5" name="Google Shape;1755;p17"/>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6" name="Google Shape;1756;p17"/>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7" name="Google Shape;1757;p17"/>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8" name="Google Shape;1758;p17"/>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9" name="Google Shape;1759;p17"/>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0" name="Google Shape;1760;p17"/>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1" name="Google Shape;1761;p17"/>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2" name="Google Shape;1762;p17"/>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3" name="Google Shape;1763;p17"/>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4" name="Google Shape;1764;p17"/>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5" name="Google Shape;1765;p17"/>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6" name="Google Shape;1766;p17"/>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7" name="Google Shape;1767;p17"/>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8" name="Google Shape;1768;p17"/>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9" name="Google Shape;1769;p17"/>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0" name="Google Shape;1770;p17"/>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1" name="Google Shape;1771;p17"/>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2" name="Google Shape;1772;p17"/>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3" name="Google Shape;1773;p17"/>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4" name="Google Shape;1774;p17"/>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5" name="Google Shape;1775;p17"/>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6" name="Google Shape;1776;p17"/>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7" name="Google Shape;1777;p17"/>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8" name="Google Shape;1778;p17"/>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9" name="Google Shape;1779;p17"/>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0" name="Google Shape;1780;p17"/>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1" name="Google Shape;1781;p17"/>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2" name="Google Shape;1782;p17"/>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3" name="Google Shape;1783;p17"/>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4" name="Google Shape;1784;p17"/>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5" name="Google Shape;1785;p17"/>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6" name="Google Shape;1786;p17"/>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7" name="Google Shape;1787;p17"/>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8" name="Google Shape;1788;p17"/>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9" name="Google Shape;1789;p17"/>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0" name="Google Shape;1790;p17"/>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1" name="Google Shape;1791;p17"/>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2" name="Google Shape;1792;p17"/>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3" name="Google Shape;1793;p17"/>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4" name="Google Shape;1794;p17"/>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5" name="Google Shape;1795;p17"/>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6" name="Google Shape;1796;p17"/>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7" name="Google Shape;1797;p17"/>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8" name="Google Shape;1798;p17"/>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9" name="Google Shape;1799;p17"/>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0" name="Google Shape;1800;p17"/>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1" name="Google Shape;1801;p17"/>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2" name="Google Shape;1802;p17"/>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3" name="Google Shape;1803;p17"/>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4" name="Google Shape;1804;p17"/>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5" name="Google Shape;1805;p17"/>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6" name="Google Shape;1806;p17"/>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7" name="Google Shape;1807;p17"/>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8" name="Google Shape;1808;p17"/>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09" name="Google Shape;1809;p17"/>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0" name="Google Shape;1810;p17"/>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1" name="Google Shape;1811;p17"/>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2" name="Google Shape;1812;p17"/>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3" name="Google Shape;1813;p17"/>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4" name="Google Shape;1814;p17"/>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5" name="Google Shape;1815;p17"/>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6" name="Google Shape;1816;p17"/>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7" name="Google Shape;1817;p17"/>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8" name="Google Shape;1818;p17"/>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19" name="Google Shape;1819;p17"/>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0" name="Google Shape;1820;p17"/>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1" name="Google Shape;1821;p17"/>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2" name="Google Shape;1822;p17"/>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3" name="Google Shape;1823;p17"/>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4" name="Google Shape;1824;p17"/>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5" name="Google Shape;1825;p17"/>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6" name="Google Shape;1826;p17"/>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7" name="Google Shape;1827;p17"/>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8" name="Google Shape;1828;p17"/>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9" name="Google Shape;1829;p17"/>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0" name="Google Shape;1830;p17"/>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1" name="Google Shape;1831;p17"/>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2" name="Google Shape;1832;p17"/>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3" name="Google Shape;1833;p17"/>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4" name="Google Shape;1834;p17"/>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5" name="Google Shape;1835;p17"/>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6" name="Google Shape;1836;p17"/>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7" name="Google Shape;1837;p17"/>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8" name="Google Shape;1838;p17"/>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39" name="Google Shape;1839;p17"/>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0" name="Google Shape;1840;p17"/>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1" name="Google Shape;1841;p17"/>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2" name="Google Shape;1842;p17"/>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3" name="Google Shape;1843;p17"/>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4" name="Google Shape;1844;p17"/>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5" name="Google Shape;1845;p17"/>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6" name="Google Shape;1846;p17"/>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7" name="Google Shape;1847;p17"/>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8" name="Google Shape;1848;p17"/>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49" name="Google Shape;1849;p17"/>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0" name="Google Shape;1850;p17"/>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1" name="Google Shape;1851;p17"/>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2" name="Google Shape;1852;p17"/>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3" name="Google Shape;1853;p17"/>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4" name="Google Shape;1854;p17"/>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5" name="Google Shape;1855;p17"/>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6" name="Google Shape;1856;p17"/>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7" name="Google Shape;1857;p17"/>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8" name="Google Shape;1858;p17"/>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59" name="Google Shape;1859;p17"/>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0" name="Google Shape;1860;p17"/>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1" name="Google Shape;1861;p17"/>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2" name="Google Shape;1862;p17"/>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3" name="Google Shape;1863;p17"/>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4" name="Google Shape;1864;p17"/>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5" name="Google Shape;1865;p17"/>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6" name="Google Shape;1866;p17"/>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7" name="Google Shape;1867;p17"/>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8" name="Google Shape;1868;p17"/>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69" name="Google Shape;1869;p17"/>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0" name="Google Shape;1870;p17"/>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1" name="Google Shape;1871;p17"/>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2" name="Google Shape;1872;p17"/>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3" name="Google Shape;1873;p17"/>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4" name="Google Shape;1874;p17"/>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5" name="Google Shape;1875;p17"/>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6" name="Google Shape;1876;p17"/>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7" name="Google Shape;1877;p17"/>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8" name="Google Shape;1878;p17"/>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79" name="Google Shape;1879;p17"/>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0" name="Google Shape;1880;p17"/>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1" name="Google Shape;1881;p17"/>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2" name="Google Shape;1882;p17"/>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3" name="Google Shape;1883;p17"/>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4" name="Google Shape;1884;p17"/>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5" name="Google Shape;1885;p17"/>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6" name="Google Shape;1886;p17"/>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7" name="Google Shape;1887;p17"/>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8" name="Google Shape;1888;p17"/>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89" name="Google Shape;1889;p17"/>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0" name="Google Shape;1890;p17"/>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1" name="Google Shape;1891;p17"/>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2" name="Google Shape;1892;p17"/>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3" name="Google Shape;1893;p17"/>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4" name="Google Shape;1894;p17"/>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5" name="Google Shape;1895;p17"/>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6" name="Google Shape;1896;p17"/>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7" name="Google Shape;1897;p17"/>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8" name="Google Shape;1898;p17"/>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99" name="Google Shape;1899;p17"/>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0" name="Google Shape;1900;p17"/>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1" name="Google Shape;1901;p17"/>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2" name="Google Shape;1902;p17"/>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3" name="Google Shape;1903;p17"/>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4" name="Google Shape;1904;p17"/>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5" name="Google Shape;1905;p17"/>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6" name="Google Shape;1906;p17"/>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7" name="Google Shape;1907;p17"/>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8" name="Google Shape;1908;p17"/>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09" name="Google Shape;1909;p17"/>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0" name="Google Shape;1910;p17"/>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1" name="Google Shape;1911;p17"/>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2" name="Google Shape;1912;p17"/>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3" name="Google Shape;1913;p17"/>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4" name="Google Shape;1914;p17"/>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5" name="Google Shape;1915;p17"/>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6" name="Google Shape;1916;p17"/>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7" name="Google Shape;1917;p17"/>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8" name="Google Shape;1918;p17"/>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19" name="Google Shape;1919;p17"/>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0" name="Google Shape;1920;p17"/>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1" name="Google Shape;1921;p17"/>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2" name="Google Shape;1922;p17"/>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3" name="Google Shape;1923;p17"/>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24" name="Google Shape;1924;p17"/>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925" name="Google Shape;1925;p17"/>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1926" name="Google Shape;1926;p17"/>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4</a:t>
            </a:r>
            <a:endParaRPr sz="900">
              <a:solidFill>
                <a:srgbClr val="43DFF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Shape 1930"/>
        <p:cNvGrpSpPr/>
        <p:nvPr/>
      </p:nvGrpSpPr>
      <p:grpSpPr>
        <a:xfrm>
          <a:off x="0" y="0"/>
          <a:ext cx="0" cy="0"/>
          <a:chOff x="0" y="0"/>
          <a:chExt cx="0" cy="0"/>
        </a:xfrm>
      </p:grpSpPr>
      <p:sp>
        <p:nvSpPr>
          <p:cNvPr id="1931" name="Google Shape;1931;p18"/>
          <p:cNvSpPr txBox="1"/>
          <p:nvPr/>
        </p:nvSpPr>
        <p:spPr>
          <a:xfrm>
            <a:off x="333375" y="1143000"/>
            <a:ext cx="3810000" cy="19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0" b="1">
                <a:solidFill>
                  <a:srgbClr val="D5E9EC"/>
                </a:solidFill>
              </a:rPr>
              <a:t>02</a:t>
            </a:r>
            <a:endParaRPr sz="18000" b="1">
              <a:solidFill>
                <a:srgbClr val="D5E9EC"/>
              </a:solidFill>
            </a:endParaRPr>
          </a:p>
        </p:txBody>
      </p:sp>
      <p:sp>
        <p:nvSpPr>
          <p:cNvPr id="1932" name="Google Shape;1932;p18"/>
          <p:cNvSpPr txBox="1"/>
          <p:nvPr/>
        </p:nvSpPr>
        <p:spPr>
          <a:xfrm>
            <a:off x="1067429" y="2095500"/>
            <a:ext cx="7866396" cy="762000"/>
          </a:xfrm>
          <a:prstGeom prst="rect">
            <a:avLst/>
          </a:prstGeom>
          <a:noFill/>
          <a:ln>
            <a:noFill/>
          </a:ln>
        </p:spPr>
        <p:txBody>
          <a:bodyPr spcFirstLastPara="1" wrap="square" lIns="91425" tIns="91425" rIns="91425" bIns="91425" anchor="ctr" anchorCtr="0">
            <a:noAutofit/>
          </a:bodyPr>
          <a:lstStyle/>
          <a:p>
            <a:pPr marL="0" lvl="0" indent="0" rtl="0">
              <a:spcBef>
                <a:spcPts val="0"/>
              </a:spcBef>
              <a:spcAft>
                <a:spcPts val="0"/>
              </a:spcAft>
              <a:buNone/>
            </a:pPr>
            <a:r>
              <a:rPr lang="en-US" altLang="ja" sz="2800" b="1">
                <a:solidFill>
                  <a:srgbClr val="333333"/>
                </a:solidFill>
              </a:rPr>
              <a:t>Overall Treasury Financial Defense Strategy</a:t>
            </a:r>
            <a:endParaRPr sz="2800" b="1" dirty="0">
              <a:solidFill>
                <a:srgbClr val="333333"/>
              </a:solidFill>
            </a:endParaRPr>
          </a:p>
        </p:txBody>
      </p:sp>
      <p:sp>
        <p:nvSpPr>
          <p:cNvPr id="1933" name="Google Shape;1933;p18"/>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1934" name="Google Shape;1934;p18"/>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5</a:t>
            </a:r>
            <a:endParaRPr sz="900">
              <a:solidFill>
                <a:srgbClr val="43DFF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38"/>
        <p:cNvGrpSpPr/>
        <p:nvPr/>
      </p:nvGrpSpPr>
      <p:grpSpPr>
        <a:xfrm>
          <a:off x="0" y="0"/>
          <a:ext cx="0" cy="0"/>
          <a:chOff x="0" y="0"/>
          <a:chExt cx="0" cy="0"/>
        </a:xfrm>
      </p:grpSpPr>
      <p:sp>
        <p:nvSpPr>
          <p:cNvPr id="1939" name="Google Shape;1939;p19"/>
          <p:cNvSpPr txBox="1"/>
          <p:nvPr/>
        </p:nvSpPr>
        <p:spPr>
          <a:xfrm>
            <a:off x="238125" y="190499"/>
            <a:ext cx="8487864" cy="60022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2400" b="1" dirty="0">
                <a:solidFill>
                  <a:srgbClr val="333333"/>
                </a:solidFill>
              </a:rPr>
              <a:t>Hedging Method Comparison: Futures vs Put Options</a:t>
            </a:r>
            <a:endParaRPr sz="2400" b="1" dirty="0">
              <a:solidFill>
                <a:srgbClr val="333333"/>
              </a:solidFill>
            </a:endParaRPr>
          </a:p>
        </p:txBody>
      </p:sp>
      <p:grpSp>
        <p:nvGrpSpPr>
          <p:cNvPr id="1940" name="Google Shape;1940;p19"/>
          <p:cNvGrpSpPr/>
          <p:nvPr/>
        </p:nvGrpSpPr>
        <p:grpSpPr>
          <a:xfrm>
            <a:off x="238125" y="762000"/>
            <a:ext cx="6507688" cy="38100"/>
            <a:chOff x="238125" y="762000"/>
            <a:chExt cx="6507688" cy="38100"/>
          </a:xfrm>
        </p:grpSpPr>
        <p:sp>
          <p:nvSpPr>
            <p:cNvPr id="1941" name="Google Shape;1941;p19"/>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2" name="Google Shape;1942;p19"/>
            <p:cNvSpPr/>
            <p:nvPr/>
          </p:nvSpPr>
          <p:spPr>
            <a:xfrm>
              <a:off x="263621"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3" name="Google Shape;1943;p19"/>
            <p:cNvSpPr/>
            <p:nvPr/>
          </p:nvSpPr>
          <p:spPr>
            <a:xfrm>
              <a:off x="289116"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4" name="Google Shape;1944;p19"/>
            <p:cNvSpPr/>
            <p:nvPr/>
          </p:nvSpPr>
          <p:spPr>
            <a:xfrm>
              <a:off x="314612"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5" name="Google Shape;1945;p19"/>
            <p:cNvSpPr/>
            <p:nvPr/>
          </p:nvSpPr>
          <p:spPr>
            <a:xfrm>
              <a:off x="340107"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6" name="Google Shape;1946;p19"/>
            <p:cNvSpPr/>
            <p:nvPr/>
          </p:nvSpPr>
          <p:spPr>
            <a:xfrm>
              <a:off x="365603"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7" name="Google Shape;1947;p19"/>
            <p:cNvSpPr/>
            <p:nvPr/>
          </p:nvSpPr>
          <p:spPr>
            <a:xfrm>
              <a:off x="391099"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8" name="Google Shape;1948;p19"/>
            <p:cNvSpPr/>
            <p:nvPr/>
          </p:nvSpPr>
          <p:spPr>
            <a:xfrm>
              <a:off x="416594"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49" name="Google Shape;1949;p19"/>
            <p:cNvSpPr/>
            <p:nvPr/>
          </p:nvSpPr>
          <p:spPr>
            <a:xfrm>
              <a:off x="442090"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0" name="Google Shape;1950;p19"/>
            <p:cNvSpPr/>
            <p:nvPr/>
          </p:nvSpPr>
          <p:spPr>
            <a:xfrm>
              <a:off x="467586" y="762000"/>
              <a:ext cx="31800" cy="381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1" name="Google Shape;1951;p19"/>
            <p:cNvSpPr/>
            <p:nvPr/>
          </p:nvSpPr>
          <p:spPr>
            <a:xfrm>
              <a:off x="493081"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2" name="Google Shape;1952;p19"/>
            <p:cNvSpPr/>
            <p:nvPr/>
          </p:nvSpPr>
          <p:spPr>
            <a:xfrm>
              <a:off x="518577"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3" name="Google Shape;1953;p19"/>
            <p:cNvSpPr/>
            <p:nvPr/>
          </p:nvSpPr>
          <p:spPr>
            <a:xfrm>
              <a:off x="544072"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4" name="Google Shape;1954;p19"/>
            <p:cNvSpPr/>
            <p:nvPr/>
          </p:nvSpPr>
          <p:spPr>
            <a:xfrm>
              <a:off x="569568"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5" name="Google Shape;1955;p19"/>
            <p:cNvSpPr/>
            <p:nvPr/>
          </p:nvSpPr>
          <p:spPr>
            <a:xfrm>
              <a:off x="595064"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6" name="Google Shape;1956;p19"/>
            <p:cNvSpPr/>
            <p:nvPr/>
          </p:nvSpPr>
          <p:spPr>
            <a:xfrm>
              <a:off x="620559"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7" name="Google Shape;1957;p19"/>
            <p:cNvSpPr/>
            <p:nvPr/>
          </p:nvSpPr>
          <p:spPr>
            <a:xfrm>
              <a:off x="64605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8" name="Google Shape;1958;p19"/>
            <p:cNvSpPr/>
            <p:nvPr/>
          </p:nvSpPr>
          <p:spPr>
            <a:xfrm>
              <a:off x="671551"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59" name="Google Shape;1959;p19"/>
            <p:cNvSpPr/>
            <p:nvPr/>
          </p:nvSpPr>
          <p:spPr>
            <a:xfrm>
              <a:off x="697046"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0" name="Google Shape;1960;p19"/>
            <p:cNvSpPr/>
            <p:nvPr/>
          </p:nvSpPr>
          <p:spPr>
            <a:xfrm>
              <a:off x="722542"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1" name="Google Shape;1961;p19"/>
            <p:cNvSpPr/>
            <p:nvPr/>
          </p:nvSpPr>
          <p:spPr>
            <a:xfrm>
              <a:off x="748037"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2" name="Google Shape;1962;p19"/>
            <p:cNvSpPr/>
            <p:nvPr/>
          </p:nvSpPr>
          <p:spPr>
            <a:xfrm>
              <a:off x="773533"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3" name="Google Shape;1963;p19"/>
            <p:cNvSpPr/>
            <p:nvPr/>
          </p:nvSpPr>
          <p:spPr>
            <a:xfrm>
              <a:off x="799029"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4" name="Google Shape;1964;p19"/>
            <p:cNvSpPr/>
            <p:nvPr/>
          </p:nvSpPr>
          <p:spPr>
            <a:xfrm>
              <a:off x="824524"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5" name="Google Shape;1965;p19"/>
            <p:cNvSpPr/>
            <p:nvPr/>
          </p:nvSpPr>
          <p:spPr>
            <a:xfrm>
              <a:off x="850020"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6" name="Google Shape;1966;p19"/>
            <p:cNvSpPr/>
            <p:nvPr/>
          </p:nvSpPr>
          <p:spPr>
            <a:xfrm>
              <a:off x="875516"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7" name="Google Shape;1967;p19"/>
            <p:cNvSpPr/>
            <p:nvPr/>
          </p:nvSpPr>
          <p:spPr>
            <a:xfrm>
              <a:off x="901011"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8" name="Google Shape;1968;p19"/>
            <p:cNvSpPr/>
            <p:nvPr/>
          </p:nvSpPr>
          <p:spPr>
            <a:xfrm>
              <a:off x="926507"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69" name="Google Shape;1969;p19"/>
            <p:cNvSpPr/>
            <p:nvPr/>
          </p:nvSpPr>
          <p:spPr>
            <a:xfrm>
              <a:off x="952002"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0" name="Google Shape;1970;p19"/>
            <p:cNvSpPr/>
            <p:nvPr/>
          </p:nvSpPr>
          <p:spPr>
            <a:xfrm>
              <a:off x="977498"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1" name="Google Shape;1971;p19"/>
            <p:cNvSpPr/>
            <p:nvPr/>
          </p:nvSpPr>
          <p:spPr>
            <a:xfrm>
              <a:off x="1002994"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2" name="Google Shape;1972;p19"/>
            <p:cNvSpPr/>
            <p:nvPr/>
          </p:nvSpPr>
          <p:spPr>
            <a:xfrm>
              <a:off x="1028489"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3" name="Google Shape;1973;p19"/>
            <p:cNvSpPr/>
            <p:nvPr/>
          </p:nvSpPr>
          <p:spPr>
            <a:xfrm>
              <a:off x="105398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4" name="Google Shape;1974;p19"/>
            <p:cNvSpPr/>
            <p:nvPr/>
          </p:nvSpPr>
          <p:spPr>
            <a:xfrm>
              <a:off x="1079481"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5" name="Google Shape;1975;p19"/>
            <p:cNvSpPr/>
            <p:nvPr/>
          </p:nvSpPr>
          <p:spPr>
            <a:xfrm>
              <a:off x="1104976"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6" name="Google Shape;1976;p19"/>
            <p:cNvSpPr/>
            <p:nvPr/>
          </p:nvSpPr>
          <p:spPr>
            <a:xfrm>
              <a:off x="1130472"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7" name="Google Shape;1977;p19"/>
            <p:cNvSpPr/>
            <p:nvPr/>
          </p:nvSpPr>
          <p:spPr>
            <a:xfrm>
              <a:off x="1155967"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8" name="Google Shape;1978;p19"/>
            <p:cNvSpPr/>
            <p:nvPr/>
          </p:nvSpPr>
          <p:spPr>
            <a:xfrm>
              <a:off x="1181463"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79" name="Google Shape;1979;p19"/>
            <p:cNvSpPr/>
            <p:nvPr/>
          </p:nvSpPr>
          <p:spPr>
            <a:xfrm>
              <a:off x="1206959"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0" name="Google Shape;1980;p19"/>
            <p:cNvSpPr/>
            <p:nvPr/>
          </p:nvSpPr>
          <p:spPr>
            <a:xfrm>
              <a:off x="1232454"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1" name="Google Shape;1981;p19"/>
            <p:cNvSpPr/>
            <p:nvPr/>
          </p:nvSpPr>
          <p:spPr>
            <a:xfrm>
              <a:off x="1257950"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2" name="Google Shape;1982;p19"/>
            <p:cNvSpPr/>
            <p:nvPr/>
          </p:nvSpPr>
          <p:spPr>
            <a:xfrm>
              <a:off x="1283446"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3" name="Google Shape;1983;p19"/>
            <p:cNvSpPr/>
            <p:nvPr/>
          </p:nvSpPr>
          <p:spPr>
            <a:xfrm>
              <a:off x="1308941" y="762000"/>
              <a:ext cx="31800" cy="381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4" name="Google Shape;1984;p19"/>
            <p:cNvSpPr/>
            <p:nvPr/>
          </p:nvSpPr>
          <p:spPr>
            <a:xfrm>
              <a:off x="1334437"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5" name="Google Shape;1985;p19"/>
            <p:cNvSpPr/>
            <p:nvPr/>
          </p:nvSpPr>
          <p:spPr>
            <a:xfrm>
              <a:off x="1359932"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6" name="Google Shape;1986;p19"/>
            <p:cNvSpPr/>
            <p:nvPr/>
          </p:nvSpPr>
          <p:spPr>
            <a:xfrm>
              <a:off x="1385428"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7" name="Google Shape;1987;p19"/>
            <p:cNvSpPr/>
            <p:nvPr/>
          </p:nvSpPr>
          <p:spPr>
            <a:xfrm>
              <a:off x="1410924"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8" name="Google Shape;1988;p19"/>
            <p:cNvSpPr/>
            <p:nvPr/>
          </p:nvSpPr>
          <p:spPr>
            <a:xfrm>
              <a:off x="1436419"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89" name="Google Shape;1989;p19"/>
            <p:cNvSpPr/>
            <p:nvPr/>
          </p:nvSpPr>
          <p:spPr>
            <a:xfrm>
              <a:off x="146191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0" name="Google Shape;1990;p19"/>
            <p:cNvSpPr/>
            <p:nvPr/>
          </p:nvSpPr>
          <p:spPr>
            <a:xfrm>
              <a:off x="1487411"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1" name="Google Shape;1991;p19"/>
            <p:cNvSpPr/>
            <p:nvPr/>
          </p:nvSpPr>
          <p:spPr>
            <a:xfrm>
              <a:off x="1512906"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2" name="Google Shape;1992;p19"/>
            <p:cNvSpPr/>
            <p:nvPr/>
          </p:nvSpPr>
          <p:spPr>
            <a:xfrm>
              <a:off x="1538402"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3" name="Google Shape;1993;p19"/>
            <p:cNvSpPr/>
            <p:nvPr/>
          </p:nvSpPr>
          <p:spPr>
            <a:xfrm>
              <a:off x="1563897"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4" name="Google Shape;1994;p19"/>
            <p:cNvSpPr/>
            <p:nvPr/>
          </p:nvSpPr>
          <p:spPr>
            <a:xfrm>
              <a:off x="1589393"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5" name="Google Shape;1995;p19"/>
            <p:cNvSpPr/>
            <p:nvPr/>
          </p:nvSpPr>
          <p:spPr>
            <a:xfrm>
              <a:off x="1614889"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6" name="Google Shape;1996;p19"/>
            <p:cNvSpPr/>
            <p:nvPr/>
          </p:nvSpPr>
          <p:spPr>
            <a:xfrm>
              <a:off x="1640384"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7" name="Google Shape;1997;p19"/>
            <p:cNvSpPr/>
            <p:nvPr/>
          </p:nvSpPr>
          <p:spPr>
            <a:xfrm>
              <a:off x="1665880"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8" name="Google Shape;1998;p19"/>
            <p:cNvSpPr/>
            <p:nvPr/>
          </p:nvSpPr>
          <p:spPr>
            <a:xfrm>
              <a:off x="1691376"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99" name="Google Shape;1999;p19"/>
            <p:cNvSpPr/>
            <p:nvPr/>
          </p:nvSpPr>
          <p:spPr>
            <a:xfrm>
              <a:off x="1716871"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0" name="Google Shape;2000;p19"/>
            <p:cNvSpPr/>
            <p:nvPr/>
          </p:nvSpPr>
          <p:spPr>
            <a:xfrm>
              <a:off x="1742367"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1" name="Google Shape;2001;p19"/>
            <p:cNvSpPr/>
            <p:nvPr/>
          </p:nvSpPr>
          <p:spPr>
            <a:xfrm>
              <a:off x="1767862"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2" name="Google Shape;2002;p19"/>
            <p:cNvSpPr/>
            <p:nvPr/>
          </p:nvSpPr>
          <p:spPr>
            <a:xfrm>
              <a:off x="1793358"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3" name="Google Shape;2003;p19"/>
            <p:cNvSpPr/>
            <p:nvPr/>
          </p:nvSpPr>
          <p:spPr>
            <a:xfrm>
              <a:off x="1818854"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4" name="Google Shape;2004;p19"/>
            <p:cNvSpPr/>
            <p:nvPr/>
          </p:nvSpPr>
          <p:spPr>
            <a:xfrm>
              <a:off x="1844349"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5" name="Google Shape;2005;p19"/>
            <p:cNvSpPr/>
            <p:nvPr/>
          </p:nvSpPr>
          <p:spPr>
            <a:xfrm>
              <a:off x="186984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6" name="Google Shape;2006;p19"/>
            <p:cNvSpPr/>
            <p:nvPr/>
          </p:nvSpPr>
          <p:spPr>
            <a:xfrm>
              <a:off x="1895341"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7" name="Google Shape;2007;p19"/>
            <p:cNvSpPr/>
            <p:nvPr/>
          </p:nvSpPr>
          <p:spPr>
            <a:xfrm>
              <a:off x="1920836"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8" name="Google Shape;2008;p19"/>
            <p:cNvSpPr/>
            <p:nvPr/>
          </p:nvSpPr>
          <p:spPr>
            <a:xfrm>
              <a:off x="1946332"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09" name="Google Shape;2009;p19"/>
            <p:cNvSpPr/>
            <p:nvPr/>
          </p:nvSpPr>
          <p:spPr>
            <a:xfrm>
              <a:off x="1971827"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0" name="Google Shape;2010;p19"/>
            <p:cNvSpPr/>
            <p:nvPr/>
          </p:nvSpPr>
          <p:spPr>
            <a:xfrm>
              <a:off x="1997323"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1" name="Google Shape;2011;p19"/>
            <p:cNvSpPr/>
            <p:nvPr/>
          </p:nvSpPr>
          <p:spPr>
            <a:xfrm>
              <a:off x="2022819"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2" name="Google Shape;2012;p19"/>
            <p:cNvSpPr/>
            <p:nvPr/>
          </p:nvSpPr>
          <p:spPr>
            <a:xfrm>
              <a:off x="2048314"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3" name="Google Shape;2013;p19"/>
            <p:cNvSpPr/>
            <p:nvPr/>
          </p:nvSpPr>
          <p:spPr>
            <a:xfrm>
              <a:off x="2073810"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4" name="Google Shape;2014;p19"/>
            <p:cNvSpPr/>
            <p:nvPr/>
          </p:nvSpPr>
          <p:spPr>
            <a:xfrm>
              <a:off x="2099306"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5" name="Google Shape;2015;p19"/>
            <p:cNvSpPr/>
            <p:nvPr/>
          </p:nvSpPr>
          <p:spPr>
            <a:xfrm>
              <a:off x="2124801"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6" name="Google Shape;2016;p19"/>
            <p:cNvSpPr/>
            <p:nvPr/>
          </p:nvSpPr>
          <p:spPr>
            <a:xfrm>
              <a:off x="2150297"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7" name="Google Shape;2017;p19"/>
            <p:cNvSpPr/>
            <p:nvPr/>
          </p:nvSpPr>
          <p:spPr>
            <a:xfrm>
              <a:off x="2175792" y="762000"/>
              <a:ext cx="31800" cy="381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8" name="Google Shape;2018;p19"/>
            <p:cNvSpPr/>
            <p:nvPr/>
          </p:nvSpPr>
          <p:spPr>
            <a:xfrm>
              <a:off x="2201288"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19" name="Google Shape;2019;p19"/>
            <p:cNvSpPr/>
            <p:nvPr/>
          </p:nvSpPr>
          <p:spPr>
            <a:xfrm>
              <a:off x="2226784"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0" name="Google Shape;2020;p19"/>
            <p:cNvSpPr/>
            <p:nvPr/>
          </p:nvSpPr>
          <p:spPr>
            <a:xfrm>
              <a:off x="2252279"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1" name="Google Shape;2021;p19"/>
            <p:cNvSpPr/>
            <p:nvPr/>
          </p:nvSpPr>
          <p:spPr>
            <a:xfrm>
              <a:off x="227777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2" name="Google Shape;2022;p19"/>
            <p:cNvSpPr/>
            <p:nvPr/>
          </p:nvSpPr>
          <p:spPr>
            <a:xfrm>
              <a:off x="2303271"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3" name="Google Shape;2023;p19"/>
            <p:cNvSpPr/>
            <p:nvPr/>
          </p:nvSpPr>
          <p:spPr>
            <a:xfrm>
              <a:off x="2328766"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4" name="Google Shape;2024;p19"/>
            <p:cNvSpPr/>
            <p:nvPr/>
          </p:nvSpPr>
          <p:spPr>
            <a:xfrm>
              <a:off x="2354262"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5" name="Google Shape;2025;p19"/>
            <p:cNvSpPr/>
            <p:nvPr/>
          </p:nvSpPr>
          <p:spPr>
            <a:xfrm>
              <a:off x="2379757"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6" name="Google Shape;2026;p19"/>
            <p:cNvSpPr/>
            <p:nvPr/>
          </p:nvSpPr>
          <p:spPr>
            <a:xfrm>
              <a:off x="2405253"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7" name="Google Shape;2027;p19"/>
            <p:cNvSpPr/>
            <p:nvPr/>
          </p:nvSpPr>
          <p:spPr>
            <a:xfrm>
              <a:off x="2430749"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8" name="Google Shape;2028;p19"/>
            <p:cNvSpPr/>
            <p:nvPr/>
          </p:nvSpPr>
          <p:spPr>
            <a:xfrm>
              <a:off x="2456244"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29" name="Google Shape;2029;p19"/>
            <p:cNvSpPr/>
            <p:nvPr/>
          </p:nvSpPr>
          <p:spPr>
            <a:xfrm>
              <a:off x="2481740"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0" name="Google Shape;2030;p19"/>
            <p:cNvSpPr/>
            <p:nvPr/>
          </p:nvSpPr>
          <p:spPr>
            <a:xfrm>
              <a:off x="250723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1" name="Google Shape;2031;p19"/>
            <p:cNvSpPr/>
            <p:nvPr/>
          </p:nvSpPr>
          <p:spPr>
            <a:xfrm>
              <a:off x="2532731"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2" name="Google Shape;2032;p19"/>
            <p:cNvSpPr/>
            <p:nvPr/>
          </p:nvSpPr>
          <p:spPr>
            <a:xfrm>
              <a:off x="2558227"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3" name="Google Shape;2033;p19"/>
            <p:cNvSpPr/>
            <p:nvPr/>
          </p:nvSpPr>
          <p:spPr>
            <a:xfrm>
              <a:off x="2583722"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4" name="Google Shape;2034;p19"/>
            <p:cNvSpPr/>
            <p:nvPr/>
          </p:nvSpPr>
          <p:spPr>
            <a:xfrm>
              <a:off x="2609218"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5" name="Google Shape;2035;p19"/>
            <p:cNvSpPr/>
            <p:nvPr/>
          </p:nvSpPr>
          <p:spPr>
            <a:xfrm>
              <a:off x="2634714"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6" name="Google Shape;2036;p19"/>
            <p:cNvSpPr/>
            <p:nvPr/>
          </p:nvSpPr>
          <p:spPr>
            <a:xfrm>
              <a:off x="2660209"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7" name="Google Shape;2037;p19"/>
            <p:cNvSpPr/>
            <p:nvPr/>
          </p:nvSpPr>
          <p:spPr>
            <a:xfrm>
              <a:off x="268570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8" name="Google Shape;2038;p19"/>
            <p:cNvSpPr/>
            <p:nvPr/>
          </p:nvSpPr>
          <p:spPr>
            <a:xfrm>
              <a:off x="2711200"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39" name="Google Shape;2039;p19"/>
            <p:cNvSpPr/>
            <p:nvPr/>
          </p:nvSpPr>
          <p:spPr>
            <a:xfrm>
              <a:off x="2736696"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0" name="Google Shape;2040;p19"/>
            <p:cNvSpPr/>
            <p:nvPr/>
          </p:nvSpPr>
          <p:spPr>
            <a:xfrm>
              <a:off x="2762192"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1" name="Google Shape;2041;p19"/>
            <p:cNvSpPr/>
            <p:nvPr/>
          </p:nvSpPr>
          <p:spPr>
            <a:xfrm>
              <a:off x="2787687"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2" name="Google Shape;2042;p19"/>
            <p:cNvSpPr/>
            <p:nvPr/>
          </p:nvSpPr>
          <p:spPr>
            <a:xfrm>
              <a:off x="2813183"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3" name="Google Shape;2043;p19"/>
            <p:cNvSpPr/>
            <p:nvPr/>
          </p:nvSpPr>
          <p:spPr>
            <a:xfrm>
              <a:off x="2838679"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4" name="Google Shape;2044;p19"/>
            <p:cNvSpPr/>
            <p:nvPr/>
          </p:nvSpPr>
          <p:spPr>
            <a:xfrm>
              <a:off x="2864174"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5" name="Google Shape;2045;p19"/>
            <p:cNvSpPr/>
            <p:nvPr/>
          </p:nvSpPr>
          <p:spPr>
            <a:xfrm>
              <a:off x="2889670"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6" name="Google Shape;2046;p19"/>
            <p:cNvSpPr/>
            <p:nvPr/>
          </p:nvSpPr>
          <p:spPr>
            <a:xfrm>
              <a:off x="291516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7" name="Google Shape;2047;p19"/>
            <p:cNvSpPr/>
            <p:nvPr/>
          </p:nvSpPr>
          <p:spPr>
            <a:xfrm>
              <a:off x="2940661"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8" name="Google Shape;2048;p19"/>
            <p:cNvSpPr/>
            <p:nvPr/>
          </p:nvSpPr>
          <p:spPr>
            <a:xfrm>
              <a:off x="2966157"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49" name="Google Shape;2049;p19"/>
            <p:cNvSpPr/>
            <p:nvPr/>
          </p:nvSpPr>
          <p:spPr>
            <a:xfrm>
              <a:off x="2991652"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0" name="Google Shape;2050;p19"/>
            <p:cNvSpPr/>
            <p:nvPr/>
          </p:nvSpPr>
          <p:spPr>
            <a:xfrm>
              <a:off x="3017148"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1" name="Google Shape;2051;p19"/>
            <p:cNvSpPr/>
            <p:nvPr/>
          </p:nvSpPr>
          <p:spPr>
            <a:xfrm>
              <a:off x="3042644" y="762000"/>
              <a:ext cx="31800" cy="38100"/>
            </a:xfrm>
            <a:prstGeom prst="rect">
              <a:avLst/>
            </a:prstGeom>
            <a:solidFill>
              <a:srgbClr val="49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2" name="Google Shape;2052;p19"/>
            <p:cNvSpPr/>
            <p:nvPr/>
          </p:nvSpPr>
          <p:spPr>
            <a:xfrm>
              <a:off x="3068139"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3" name="Google Shape;2053;p19"/>
            <p:cNvSpPr/>
            <p:nvPr/>
          </p:nvSpPr>
          <p:spPr>
            <a:xfrm>
              <a:off x="309363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4" name="Google Shape;2054;p19"/>
            <p:cNvSpPr/>
            <p:nvPr/>
          </p:nvSpPr>
          <p:spPr>
            <a:xfrm>
              <a:off x="3119130"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5" name="Google Shape;2055;p19"/>
            <p:cNvSpPr/>
            <p:nvPr/>
          </p:nvSpPr>
          <p:spPr>
            <a:xfrm>
              <a:off x="3144626"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6" name="Google Shape;2056;p19"/>
            <p:cNvSpPr/>
            <p:nvPr/>
          </p:nvSpPr>
          <p:spPr>
            <a:xfrm>
              <a:off x="3170122"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7" name="Google Shape;2057;p19"/>
            <p:cNvSpPr/>
            <p:nvPr/>
          </p:nvSpPr>
          <p:spPr>
            <a:xfrm>
              <a:off x="3195617"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8" name="Google Shape;2058;p19"/>
            <p:cNvSpPr/>
            <p:nvPr/>
          </p:nvSpPr>
          <p:spPr>
            <a:xfrm>
              <a:off x="3221113"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59" name="Google Shape;2059;p19"/>
            <p:cNvSpPr/>
            <p:nvPr/>
          </p:nvSpPr>
          <p:spPr>
            <a:xfrm>
              <a:off x="3246609"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0" name="Google Shape;2060;p19"/>
            <p:cNvSpPr/>
            <p:nvPr/>
          </p:nvSpPr>
          <p:spPr>
            <a:xfrm>
              <a:off x="3272104"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1" name="Google Shape;2061;p19"/>
            <p:cNvSpPr/>
            <p:nvPr/>
          </p:nvSpPr>
          <p:spPr>
            <a:xfrm>
              <a:off x="3297600"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2" name="Google Shape;2062;p19"/>
            <p:cNvSpPr/>
            <p:nvPr/>
          </p:nvSpPr>
          <p:spPr>
            <a:xfrm>
              <a:off x="332309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3" name="Google Shape;2063;p19"/>
            <p:cNvSpPr/>
            <p:nvPr/>
          </p:nvSpPr>
          <p:spPr>
            <a:xfrm>
              <a:off x="3348591"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4" name="Google Shape;2064;p19"/>
            <p:cNvSpPr/>
            <p:nvPr/>
          </p:nvSpPr>
          <p:spPr>
            <a:xfrm>
              <a:off x="3374087"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5" name="Google Shape;2065;p19"/>
            <p:cNvSpPr/>
            <p:nvPr/>
          </p:nvSpPr>
          <p:spPr>
            <a:xfrm>
              <a:off x="3399582"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6" name="Google Shape;2066;p19"/>
            <p:cNvSpPr/>
            <p:nvPr/>
          </p:nvSpPr>
          <p:spPr>
            <a:xfrm>
              <a:off x="3425078"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7" name="Google Shape;2067;p19"/>
            <p:cNvSpPr/>
            <p:nvPr/>
          </p:nvSpPr>
          <p:spPr>
            <a:xfrm>
              <a:off x="3450574"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8" name="Google Shape;2068;p19"/>
            <p:cNvSpPr/>
            <p:nvPr/>
          </p:nvSpPr>
          <p:spPr>
            <a:xfrm>
              <a:off x="3476069"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69" name="Google Shape;2069;p19"/>
            <p:cNvSpPr/>
            <p:nvPr/>
          </p:nvSpPr>
          <p:spPr>
            <a:xfrm>
              <a:off x="3501565"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0" name="Google Shape;2070;p19"/>
            <p:cNvSpPr/>
            <p:nvPr/>
          </p:nvSpPr>
          <p:spPr>
            <a:xfrm>
              <a:off x="3527060"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1" name="Google Shape;2071;p19"/>
            <p:cNvSpPr/>
            <p:nvPr/>
          </p:nvSpPr>
          <p:spPr>
            <a:xfrm>
              <a:off x="3552556"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2" name="Google Shape;2072;p19"/>
            <p:cNvSpPr/>
            <p:nvPr/>
          </p:nvSpPr>
          <p:spPr>
            <a:xfrm>
              <a:off x="3578052"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3" name="Google Shape;2073;p19"/>
            <p:cNvSpPr/>
            <p:nvPr/>
          </p:nvSpPr>
          <p:spPr>
            <a:xfrm>
              <a:off x="3603547"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4" name="Google Shape;2074;p19"/>
            <p:cNvSpPr/>
            <p:nvPr/>
          </p:nvSpPr>
          <p:spPr>
            <a:xfrm>
              <a:off x="3629043"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5" name="Google Shape;2075;p19"/>
            <p:cNvSpPr/>
            <p:nvPr/>
          </p:nvSpPr>
          <p:spPr>
            <a:xfrm>
              <a:off x="3654539"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6" name="Google Shape;2076;p19"/>
            <p:cNvSpPr/>
            <p:nvPr/>
          </p:nvSpPr>
          <p:spPr>
            <a:xfrm>
              <a:off x="3680034"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7" name="Google Shape;2077;p19"/>
            <p:cNvSpPr/>
            <p:nvPr/>
          </p:nvSpPr>
          <p:spPr>
            <a:xfrm>
              <a:off x="3705530"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8" name="Google Shape;2078;p19"/>
            <p:cNvSpPr/>
            <p:nvPr/>
          </p:nvSpPr>
          <p:spPr>
            <a:xfrm>
              <a:off x="37310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79" name="Google Shape;2079;p19"/>
            <p:cNvSpPr/>
            <p:nvPr/>
          </p:nvSpPr>
          <p:spPr>
            <a:xfrm>
              <a:off x="3756521"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0" name="Google Shape;2080;p19"/>
            <p:cNvSpPr/>
            <p:nvPr/>
          </p:nvSpPr>
          <p:spPr>
            <a:xfrm>
              <a:off x="3782017"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1" name="Google Shape;2081;p19"/>
            <p:cNvSpPr/>
            <p:nvPr/>
          </p:nvSpPr>
          <p:spPr>
            <a:xfrm>
              <a:off x="3807512"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2" name="Google Shape;2082;p19"/>
            <p:cNvSpPr/>
            <p:nvPr/>
          </p:nvSpPr>
          <p:spPr>
            <a:xfrm>
              <a:off x="3833008"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3" name="Google Shape;2083;p19"/>
            <p:cNvSpPr/>
            <p:nvPr/>
          </p:nvSpPr>
          <p:spPr>
            <a:xfrm>
              <a:off x="3858504"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4" name="Google Shape;2084;p19"/>
            <p:cNvSpPr/>
            <p:nvPr/>
          </p:nvSpPr>
          <p:spPr>
            <a:xfrm>
              <a:off x="3883999"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5" name="Google Shape;2085;p19"/>
            <p:cNvSpPr/>
            <p:nvPr/>
          </p:nvSpPr>
          <p:spPr>
            <a:xfrm>
              <a:off x="3909495" y="762000"/>
              <a:ext cx="31800" cy="38100"/>
            </a:xfrm>
            <a:prstGeom prst="rect">
              <a:avLst/>
            </a:prstGeom>
            <a:solidFill>
              <a:srgbClr val="4C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6" name="Google Shape;2086;p19"/>
            <p:cNvSpPr/>
            <p:nvPr/>
          </p:nvSpPr>
          <p:spPr>
            <a:xfrm>
              <a:off x="3934990"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7" name="Google Shape;2087;p19"/>
            <p:cNvSpPr/>
            <p:nvPr/>
          </p:nvSpPr>
          <p:spPr>
            <a:xfrm>
              <a:off x="3960486"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8" name="Google Shape;2088;p19"/>
            <p:cNvSpPr/>
            <p:nvPr/>
          </p:nvSpPr>
          <p:spPr>
            <a:xfrm>
              <a:off x="3985982"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89" name="Google Shape;2089;p19"/>
            <p:cNvSpPr/>
            <p:nvPr/>
          </p:nvSpPr>
          <p:spPr>
            <a:xfrm>
              <a:off x="4011477"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0" name="Google Shape;2090;p19"/>
            <p:cNvSpPr/>
            <p:nvPr/>
          </p:nvSpPr>
          <p:spPr>
            <a:xfrm>
              <a:off x="4036973"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1" name="Google Shape;2091;p19"/>
            <p:cNvSpPr/>
            <p:nvPr/>
          </p:nvSpPr>
          <p:spPr>
            <a:xfrm>
              <a:off x="4062469"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2" name="Google Shape;2092;p19"/>
            <p:cNvSpPr/>
            <p:nvPr/>
          </p:nvSpPr>
          <p:spPr>
            <a:xfrm>
              <a:off x="4087964"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3" name="Google Shape;2093;p19"/>
            <p:cNvSpPr/>
            <p:nvPr/>
          </p:nvSpPr>
          <p:spPr>
            <a:xfrm>
              <a:off x="4113460"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4" name="Google Shape;2094;p19"/>
            <p:cNvSpPr/>
            <p:nvPr/>
          </p:nvSpPr>
          <p:spPr>
            <a:xfrm>
              <a:off x="413895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5" name="Google Shape;2095;p19"/>
            <p:cNvSpPr/>
            <p:nvPr/>
          </p:nvSpPr>
          <p:spPr>
            <a:xfrm>
              <a:off x="4164451"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6" name="Google Shape;2096;p19"/>
            <p:cNvSpPr/>
            <p:nvPr/>
          </p:nvSpPr>
          <p:spPr>
            <a:xfrm>
              <a:off x="4189947"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7" name="Google Shape;2097;p19"/>
            <p:cNvSpPr/>
            <p:nvPr/>
          </p:nvSpPr>
          <p:spPr>
            <a:xfrm>
              <a:off x="4215442"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8" name="Google Shape;2098;p19"/>
            <p:cNvSpPr/>
            <p:nvPr/>
          </p:nvSpPr>
          <p:spPr>
            <a:xfrm>
              <a:off x="4240938"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099" name="Google Shape;2099;p19"/>
            <p:cNvSpPr/>
            <p:nvPr/>
          </p:nvSpPr>
          <p:spPr>
            <a:xfrm>
              <a:off x="4266434"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0" name="Google Shape;2100;p19"/>
            <p:cNvSpPr/>
            <p:nvPr/>
          </p:nvSpPr>
          <p:spPr>
            <a:xfrm>
              <a:off x="4291929"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1" name="Google Shape;2101;p19"/>
            <p:cNvSpPr/>
            <p:nvPr/>
          </p:nvSpPr>
          <p:spPr>
            <a:xfrm>
              <a:off x="43174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2" name="Google Shape;2102;p19"/>
            <p:cNvSpPr/>
            <p:nvPr/>
          </p:nvSpPr>
          <p:spPr>
            <a:xfrm>
              <a:off x="4342920"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3" name="Google Shape;2103;p19"/>
            <p:cNvSpPr/>
            <p:nvPr/>
          </p:nvSpPr>
          <p:spPr>
            <a:xfrm>
              <a:off x="4368416"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4" name="Google Shape;2104;p19"/>
            <p:cNvSpPr/>
            <p:nvPr/>
          </p:nvSpPr>
          <p:spPr>
            <a:xfrm>
              <a:off x="4393912"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5" name="Google Shape;2105;p19"/>
            <p:cNvSpPr/>
            <p:nvPr/>
          </p:nvSpPr>
          <p:spPr>
            <a:xfrm>
              <a:off x="4419407"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6" name="Google Shape;2106;p19"/>
            <p:cNvSpPr/>
            <p:nvPr/>
          </p:nvSpPr>
          <p:spPr>
            <a:xfrm>
              <a:off x="4444903"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7" name="Google Shape;2107;p19"/>
            <p:cNvSpPr/>
            <p:nvPr/>
          </p:nvSpPr>
          <p:spPr>
            <a:xfrm>
              <a:off x="4470399"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8" name="Google Shape;2108;p19"/>
            <p:cNvSpPr/>
            <p:nvPr/>
          </p:nvSpPr>
          <p:spPr>
            <a:xfrm>
              <a:off x="4495894"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09" name="Google Shape;2109;p19"/>
            <p:cNvSpPr/>
            <p:nvPr/>
          </p:nvSpPr>
          <p:spPr>
            <a:xfrm>
              <a:off x="4521390"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0" name="Google Shape;2110;p19"/>
            <p:cNvSpPr/>
            <p:nvPr/>
          </p:nvSpPr>
          <p:spPr>
            <a:xfrm>
              <a:off x="454688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1" name="Google Shape;2111;p19"/>
            <p:cNvSpPr/>
            <p:nvPr/>
          </p:nvSpPr>
          <p:spPr>
            <a:xfrm>
              <a:off x="4572381"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2" name="Google Shape;2112;p19"/>
            <p:cNvSpPr/>
            <p:nvPr/>
          </p:nvSpPr>
          <p:spPr>
            <a:xfrm>
              <a:off x="4597877"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3" name="Google Shape;2113;p19"/>
            <p:cNvSpPr/>
            <p:nvPr/>
          </p:nvSpPr>
          <p:spPr>
            <a:xfrm>
              <a:off x="4623372"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4" name="Google Shape;2114;p19"/>
            <p:cNvSpPr/>
            <p:nvPr/>
          </p:nvSpPr>
          <p:spPr>
            <a:xfrm>
              <a:off x="4648868"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5" name="Google Shape;2115;p19"/>
            <p:cNvSpPr/>
            <p:nvPr/>
          </p:nvSpPr>
          <p:spPr>
            <a:xfrm>
              <a:off x="4674363"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6" name="Google Shape;2116;p19"/>
            <p:cNvSpPr/>
            <p:nvPr/>
          </p:nvSpPr>
          <p:spPr>
            <a:xfrm>
              <a:off x="4699859"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7" name="Google Shape;2117;p19"/>
            <p:cNvSpPr/>
            <p:nvPr/>
          </p:nvSpPr>
          <p:spPr>
            <a:xfrm>
              <a:off x="472535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8" name="Google Shape;2118;p19"/>
            <p:cNvSpPr/>
            <p:nvPr/>
          </p:nvSpPr>
          <p:spPr>
            <a:xfrm>
              <a:off x="4750850"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19" name="Google Shape;2119;p19"/>
            <p:cNvSpPr/>
            <p:nvPr/>
          </p:nvSpPr>
          <p:spPr>
            <a:xfrm>
              <a:off x="4776346" y="762000"/>
              <a:ext cx="31800" cy="381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0" name="Google Shape;2120;p19"/>
            <p:cNvSpPr/>
            <p:nvPr/>
          </p:nvSpPr>
          <p:spPr>
            <a:xfrm>
              <a:off x="4801842"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1" name="Google Shape;2121;p19"/>
            <p:cNvSpPr/>
            <p:nvPr/>
          </p:nvSpPr>
          <p:spPr>
            <a:xfrm>
              <a:off x="4827337"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2" name="Google Shape;2122;p19"/>
            <p:cNvSpPr/>
            <p:nvPr/>
          </p:nvSpPr>
          <p:spPr>
            <a:xfrm>
              <a:off x="4852833"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3" name="Google Shape;2123;p19"/>
            <p:cNvSpPr/>
            <p:nvPr/>
          </p:nvSpPr>
          <p:spPr>
            <a:xfrm>
              <a:off x="4878328"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4" name="Google Shape;2124;p19"/>
            <p:cNvSpPr/>
            <p:nvPr/>
          </p:nvSpPr>
          <p:spPr>
            <a:xfrm>
              <a:off x="4903824"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5" name="Google Shape;2125;p19"/>
            <p:cNvSpPr/>
            <p:nvPr/>
          </p:nvSpPr>
          <p:spPr>
            <a:xfrm>
              <a:off x="4929320"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6" name="Google Shape;2126;p19"/>
            <p:cNvSpPr/>
            <p:nvPr/>
          </p:nvSpPr>
          <p:spPr>
            <a:xfrm>
              <a:off x="495481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7" name="Google Shape;2127;p19"/>
            <p:cNvSpPr/>
            <p:nvPr/>
          </p:nvSpPr>
          <p:spPr>
            <a:xfrm>
              <a:off x="4980311"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8" name="Google Shape;2128;p19"/>
            <p:cNvSpPr/>
            <p:nvPr/>
          </p:nvSpPr>
          <p:spPr>
            <a:xfrm>
              <a:off x="5005807"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29" name="Google Shape;2129;p19"/>
            <p:cNvSpPr/>
            <p:nvPr/>
          </p:nvSpPr>
          <p:spPr>
            <a:xfrm>
              <a:off x="5031302"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0" name="Google Shape;2130;p19"/>
            <p:cNvSpPr/>
            <p:nvPr/>
          </p:nvSpPr>
          <p:spPr>
            <a:xfrm>
              <a:off x="5056798"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1" name="Google Shape;2131;p19"/>
            <p:cNvSpPr/>
            <p:nvPr/>
          </p:nvSpPr>
          <p:spPr>
            <a:xfrm>
              <a:off x="5082293"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2" name="Google Shape;2132;p19"/>
            <p:cNvSpPr/>
            <p:nvPr/>
          </p:nvSpPr>
          <p:spPr>
            <a:xfrm>
              <a:off x="5107789"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3" name="Google Shape;2133;p19"/>
            <p:cNvSpPr/>
            <p:nvPr/>
          </p:nvSpPr>
          <p:spPr>
            <a:xfrm>
              <a:off x="513328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4" name="Google Shape;2134;p19"/>
            <p:cNvSpPr/>
            <p:nvPr/>
          </p:nvSpPr>
          <p:spPr>
            <a:xfrm>
              <a:off x="5158780"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5" name="Google Shape;2135;p19"/>
            <p:cNvSpPr/>
            <p:nvPr/>
          </p:nvSpPr>
          <p:spPr>
            <a:xfrm>
              <a:off x="5184276"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6" name="Google Shape;2136;p19"/>
            <p:cNvSpPr/>
            <p:nvPr/>
          </p:nvSpPr>
          <p:spPr>
            <a:xfrm>
              <a:off x="5209772"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7" name="Google Shape;2137;p19"/>
            <p:cNvSpPr/>
            <p:nvPr/>
          </p:nvSpPr>
          <p:spPr>
            <a:xfrm>
              <a:off x="5235267"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8" name="Google Shape;2138;p19"/>
            <p:cNvSpPr/>
            <p:nvPr/>
          </p:nvSpPr>
          <p:spPr>
            <a:xfrm>
              <a:off x="5260763"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39" name="Google Shape;2139;p19"/>
            <p:cNvSpPr/>
            <p:nvPr/>
          </p:nvSpPr>
          <p:spPr>
            <a:xfrm>
              <a:off x="5286258"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0" name="Google Shape;2140;p19"/>
            <p:cNvSpPr/>
            <p:nvPr/>
          </p:nvSpPr>
          <p:spPr>
            <a:xfrm>
              <a:off x="5311754"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1" name="Google Shape;2141;p19"/>
            <p:cNvSpPr/>
            <p:nvPr/>
          </p:nvSpPr>
          <p:spPr>
            <a:xfrm>
              <a:off x="5337250"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2" name="Google Shape;2142;p19"/>
            <p:cNvSpPr/>
            <p:nvPr/>
          </p:nvSpPr>
          <p:spPr>
            <a:xfrm>
              <a:off x="536274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3" name="Google Shape;2143;p19"/>
            <p:cNvSpPr/>
            <p:nvPr/>
          </p:nvSpPr>
          <p:spPr>
            <a:xfrm>
              <a:off x="5388241"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4" name="Google Shape;2144;p19"/>
            <p:cNvSpPr/>
            <p:nvPr/>
          </p:nvSpPr>
          <p:spPr>
            <a:xfrm>
              <a:off x="5413737"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5" name="Google Shape;2145;p19"/>
            <p:cNvSpPr/>
            <p:nvPr/>
          </p:nvSpPr>
          <p:spPr>
            <a:xfrm>
              <a:off x="5439232"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6" name="Google Shape;2146;p19"/>
            <p:cNvSpPr/>
            <p:nvPr/>
          </p:nvSpPr>
          <p:spPr>
            <a:xfrm>
              <a:off x="5464728"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7" name="Google Shape;2147;p19"/>
            <p:cNvSpPr/>
            <p:nvPr/>
          </p:nvSpPr>
          <p:spPr>
            <a:xfrm>
              <a:off x="5490223"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8" name="Google Shape;2148;p19"/>
            <p:cNvSpPr/>
            <p:nvPr/>
          </p:nvSpPr>
          <p:spPr>
            <a:xfrm>
              <a:off x="5515719"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49" name="Google Shape;2149;p19"/>
            <p:cNvSpPr/>
            <p:nvPr/>
          </p:nvSpPr>
          <p:spPr>
            <a:xfrm>
              <a:off x="554121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0" name="Google Shape;2150;p19"/>
            <p:cNvSpPr/>
            <p:nvPr/>
          </p:nvSpPr>
          <p:spPr>
            <a:xfrm>
              <a:off x="5566710"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1" name="Google Shape;2151;p19"/>
            <p:cNvSpPr/>
            <p:nvPr/>
          </p:nvSpPr>
          <p:spPr>
            <a:xfrm>
              <a:off x="5592206"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2" name="Google Shape;2152;p19"/>
            <p:cNvSpPr/>
            <p:nvPr/>
          </p:nvSpPr>
          <p:spPr>
            <a:xfrm>
              <a:off x="5617702"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3" name="Google Shape;2153;p19"/>
            <p:cNvSpPr/>
            <p:nvPr/>
          </p:nvSpPr>
          <p:spPr>
            <a:xfrm>
              <a:off x="5643197" y="762000"/>
              <a:ext cx="31800" cy="381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4" name="Google Shape;2154;p19"/>
            <p:cNvSpPr/>
            <p:nvPr/>
          </p:nvSpPr>
          <p:spPr>
            <a:xfrm>
              <a:off x="5668693"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5" name="Google Shape;2155;p19"/>
            <p:cNvSpPr/>
            <p:nvPr/>
          </p:nvSpPr>
          <p:spPr>
            <a:xfrm>
              <a:off x="5694188"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6" name="Google Shape;2156;p19"/>
            <p:cNvSpPr/>
            <p:nvPr/>
          </p:nvSpPr>
          <p:spPr>
            <a:xfrm>
              <a:off x="5719684"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7" name="Google Shape;2157;p19"/>
            <p:cNvSpPr/>
            <p:nvPr/>
          </p:nvSpPr>
          <p:spPr>
            <a:xfrm>
              <a:off x="5745180"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8" name="Google Shape;2158;p19"/>
            <p:cNvSpPr/>
            <p:nvPr/>
          </p:nvSpPr>
          <p:spPr>
            <a:xfrm>
              <a:off x="577067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59" name="Google Shape;2159;p19"/>
            <p:cNvSpPr/>
            <p:nvPr/>
          </p:nvSpPr>
          <p:spPr>
            <a:xfrm>
              <a:off x="5796171"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0" name="Google Shape;2160;p19"/>
            <p:cNvSpPr/>
            <p:nvPr/>
          </p:nvSpPr>
          <p:spPr>
            <a:xfrm>
              <a:off x="5821667"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1" name="Google Shape;2161;p19"/>
            <p:cNvSpPr/>
            <p:nvPr/>
          </p:nvSpPr>
          <p:spPr>
            <a:xfrm>
              <a:off x="5847162"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2" name="Google Shape;2162;p19"/>
            <p:cNvSpPr/>
            <p:nvPr/>
          </p:nvSpPr>
          <p:spPr>
            <a:xfrm>
              <a:off x="5872658"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3" name="Google Shape;2163;p19"/>
            <p:cNvSpPr/>
            <p:nvPr/>
          </p:nvSpPr>
          <p:spPr>
            <a:xfrm>
              <a:off x="5898153"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4" name="Google Shape;2164;p19"/>
            <p:cNvSpPr/>
            <p:nvPr/>
          </p:nvSpPr>
          <p:spPr>
            <a:xfrm>
              <a:off x="5923649"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5" name="Google Shape;2165;p19"/>
            <p:cNvSpPr/>
            <p:nvPr/>
          </p:nvSpPr>
          <p:spPr>
            <a:xfrm>
              <a:off x="594914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6" name="Google Shape;2166;p19"/>
            <p:cNvSpPr/>
            <p:nvPr/>
          </p:nvSpPr>
          <p:spPr>
            <a:xfrm>
              <a:off x="5974640"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7" name="Google Shape;2167;p19"/>
            <p:cNvSpPr/>
            <p:nvPr/>
          </p:nvSpPr>
          <p:spPr>
            <a:xfrm>
              <a:off x="6000136"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8" name="Google Shape;2168;p19"/>
            <p:cNvSpPr/>
            <p:nvPr/>
          </p:nvSpPr>
          <p:spPr>
            <a:xfrm>
              <a:off x="6025632"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69" name="Google Shape;2169;p19"/>
            <p:cNvSpPr/>
            <p:nvPr/>
          </p:nvSpPr>
          <p:spPr>
            <a:xfrm>
              <a:off x="6051127"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0" name="Google Shape;2170;p19"/>
            <p:cNvSpPr/>
            <p:nvPr/>
          </p:nvSpPr>
          <p:spPr>
            <a:xfrm>
              <a:off x="6076623"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1" name="Google Shape;2171;p19"/>
            <p:cNvSpPr/>
            <p:nvPr/>
          </p:nvSpPr>
          <p:spPr>
            <a:xfrm>
              <a:off x="6102118"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2" name="Google Shape;2172;p19"/>
            <p:cNvSpPr/>
            <p:nvPr/>
          </p:nvSpPr>
          <p:spPr>
            <a:xfrm>
              <a:off x="6127614"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3" name="Google Shape;2173;p19"/>
            <p:cNvSpPr/>
            <p:nvPr/>
          </p:nvSpPr>
          <p:spPr>
            <a:xfrm>
              <a:off x="6153110"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4" name="Google Shape;2174;p19"/>
            <p:cNvSpPr/>
            <p:nvPr/>
          </p:nvSpPr>
          <p:spPr>
            <a:xfrm>
              <a:off x="617860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5" name="Google Shape;2175;p19"/>
            <p:cNvSpPr/>
            <p:nvPr/>
          </p:nvSpPr>
          <p:spPr>
            <a:xfrm>
              <a:off x="6204101"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6" name="Google Shape;2176;p19"/>
            <p:cNvSpPr/>
            <p:nvPr/>
          </p:nvSpPr>
          <p:spPr>
            <a:xfrm>
              <a:off x="6229597"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7" name="Google Shape;2177;p19"/>
            <p:cNvSpPr/>
            <p:nvPr/>
          </p:nvSpPr>
          <p:spPr>
            <a:xfrm>
              <a:off x="6255092"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8" name="Google Shape;2178;p19"/>
            <p:cNvSpPr/>
            <p:nvPr/>
          </p:nvSpPr>
          <p:spPr>
            <a:xfrm>
              <a:off x="6280588"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79" name="Google Shape;2179;p19"/>
            <p:cNvSpPr/>
            <p:nvPr/>
          </p:nvSpPr>
          <p:spPr>
            <a:xfrm>
              <a:off x="6306083"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0" name="Google Shape;2180;p19"/>
            <p:cNvSpPr/>
            <p:nvPr/>
          </p:nvSpPr>
          <p:spPr>
            <a:xfrm>
              <a:off x="6331579"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1" name="Google Shape;2181;p19"/>
            <p:cNvSpPr/>
            <p:nvPr/>
          </p:nvSpPr>
          <p:spPr>
            <a:xfrm>
              <a:off x="635707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2" name="Google Shape;2182;p19"/>
            <p:cNvSpPr/>
            <p:nvPr/>
          </p:nvSpPr>
          <p:spPr>
            <a:xfrm>
              <a:off x="6382570"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3" name="Google Shape;2183;p19"/>
            <p:cNvSpPr/>
            <p:nvPr/>
          </p:nvSpPr>
          <p:spPr>
            <a:xfrm>
              <a:off x="6408066"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4" name="Google Shape;2184;p19"/>
            <p:cNvSpPr/>
            <p:nvPr/>
          </p:nvSpPr>
          <p:spPr>
            <a:xfrm>
              <a:off x="6433562"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5" name="Google Shape;2185;p19"/>
            <p:cNvSpPr/>
            <p:nvPr/>
          </p:nvSpPr>
          <p:spPr>
            <a:xfrm>
              <a:off x="6459057"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6" name="Google Shape;2186;p19"/>
            <p:cNvSpPr/>
            <p:nvPr/>
          </p:nvSpPr>
          <p:spPr>
            <a:xfrm>
              <a:off x="6484553" y="762000"/>
              <a:ext cx="31800" cy="381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7" name="Google Shape;2187;p19"/>
            <p:cNvSpPr/>
            <p:nvPr/>
          </p:nvSpPr>
          <p:spPr>
            <a:xfrm>
              <a:off x="6510048"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8" name="Google Shape;2188;p19"/>
            <p:cNvSpPr/>
            <p:nvPr/>
          </p:nvSpPr>
          <p:spPr>
            <a:xfrm>
              <a:off x="6535544"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89" name="Google Shape;2189;p19"/>
            <p:cNvSpPr/>
            <p:nvPr/>
          </p:nvSpPr>
          <p:spPr>
            <a:xfrm>
              <a:off x="6561040"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0" name="Google Shape;2190;p19"/>
            <p:cNvSpPr/>
            <p:nvPr/>
          </p:nvSpPr>
          <p:spPr>
            <a:xfrm>
              <a:off x="658653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1" name="Google Shape;2191;p19"/>
            <p:cNvSpPr/>
            <p:nvPr/>
          </p:nvSpPr>
          <p:spPr>
            <a:xfrm>
              <a:off x="6612031"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2" name="Google Shape;2192;p19"/>
            <p:cNvSpPr/>
            <p:nvPr/>
          </p:nvSpPr>
          <p:spPr>
            <a:xfrm>
              <a:off x="6637527"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3" name="Google Shape;2193;p19"/>
            <p:cNvSpPr/>
            <p:nvPr/>
          </p:nvSpPr>
          <p:spPr>
            <a:xfrm>
              <a:off x="6663022"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4" name="Google Shape;2194;p19"/>
            <p:cNvSpPr/>
            <p:nvPr/>
          </p:nvSpPr>
          <p:spPr>
            <a:xfrm>
              <a:off x="6688518"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5" name="Google Shape;2195;p19"/>
            <p:cNvSpPr/>
            <p:nvPr/>
          </p:nvSpPr>
          <p:spPr>
            <a:xfrm>
              <a:off x="6714013"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196" name="Google Shape;2196;p19"/>
          <p:cNvSpPr txBox="1"/>
          <p:nvPr/>
        </p:nvSpPr>
        <p:spPr>
          <a:xfrm>
            <a:off x="238125" y="857250"/>
            <a:ext cx="86679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1800" dirty="0">
                <a:solidFill>
                  <a:srgbClr val="333333"/>
                </a:solidFill>
              </a:rPr>
              <a:t>Use depending on required level of protection vs profit opportunity.</a:t>
            </a:r>
          </a:p>
        </p:txBody>
      </p:sp>
      <p:sp>
        <p:nvSpPr>
          <p:cNvPr id="2197" name="Google Shape;2197;p19"/>
          <p:cNvSpPr/>
          <p:nvPr/>
        </p:nvSpPr>
        <p:spPr>
          <a:xfrm>
            <a:off x="238125" y="1409700"/>
            <a:ext cx="4238700" cy="3333900"/>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8" name="Google Shape;2198;p19"/>
          <p:cNvSpPr/>
          <p:nvPr/>
        </p:nvSpPr>
        <p:spPr>
          <a:xfrm>
            <a:off x="238125" y="1409700"/>
            <a:ext cx="4238700" cy="381000"/>
          </a:xfrm>
          <a:prstGeom prst="rect">
            <a:avLst/>
          </a:prstGeom>
          <a:solidFill>
            <a:srgbClr val="2F9C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99" name="Google Shape;2199;p19"/>
          <p:cNvSpPr txBox="1"/>
          <p:nvPr/>
        </p:nvSpPr>
        <p:spPr>
          <a:xfrm>
            <a:off x="238125" y="1409700"/>
            <a:ext cx="4238700" cy="38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1800" b="1" dirty="0">
                <a:solidFill>
                  <a:srgbClr val="FFFFFF"/>
                </a:solidFill>
              </a:rPr>
              <a:t>Hedging via Futures</a:t>
            </a:r>
            <a:endParaRPr sz="1800" b="1" dirty="0">
              <a:solidFill>
                <a:srgbClr val="FFFFFF"/>
              </a:solidFill>
            </a:endParaRPr>
          </a:p>
        </p:txBody>
      </p:sp>
      <p:sp>
        <p:nvSpPr>
          <p:cNvPr id="2200" name="Google Shape;2200;p19"/>
          <p:cNvSpPr txBox="1"/>
          <p:nvPr/>
        </p:nvSpPr>
        <p:spPr>
          <a:xfrm>
            <a:off x="352425" y="1905000"/>
            <a:ext cx="4010100" cy="2724300"/>
          </a:xfrm>
          <a:prstGeom prst="rect">
            <a:avLst/>
          </a:prstGeom>
          <a:noFill/>
          <a:ln>
            <a:noFill/>
          </a:ln>
        </p:spPr>
        <p:txBody>
          <a:bodyPr spcFirstLastPara="1" wrap="square" lIns="91425" tIns="91425" rIns="91425" bIns="91425" anchor="t" anchorCtr="0">
            <a:noAutofit/>
          </a:bodyPr>
          <a:lstStyle/>
          <a:p>
            <a:pPr marL="0" lvl="0" indent="0" algn="l" rtl="0">
              <a:lnSpc>
                <a:spcPts val="2000"/>
              </a:lnSpc>
              <a:spcBef>
                <a:spcPts val="600"/>
              </a:spcBef>
              <a:spcAft>
                <a:spcPts val="600"/>
              </a:spcAft>
              <a:buNone/>
            </a:pPr>
            <a:r>
              <a:rPr lang="en-US" sz="1600" dirty="0">
                <a:solidFill>
                  <a:srgbClr val="333333"/>
                </a:solidFill>
              </a:rPr>
              <a:t>* Offset downside losses by short selling</a:t>
            </a:r>
          </a:p>
          <a:p>
            <a:pPr marL="0" lvl="0" indent="0" algn="l" rtl="0">
              <a:lnSpc>
                <a:spcPts val="2000"/>
              </a:lnSpc>
              <a:spcBef>
                <a:spcPts val="600"/>
              </a:spcBef>
              <a:spcAft>
                <a:spcPts val="600"/>
              </a:spcAft>
              <a:buNone/>
            </a:pPr>
            <a:r>
              <a:rPr lang="en-US" sz="1600" dirty="0">
                <a:solidFill>
                  <a:srgbClr val="333333"/>
                </a:solidFill>
              </a:rPr>
              <a:t>* Concept: Fully lock price</a:t>
            </a:r>
          </a:p>
          <a:p>
            <a:pPr marL="0" lvl="0" indent="0" algn="l" rtl="0">
              <a:lnSpc>
                <a:spcPts val="2000"/>
              </a:lnSpc>
              <a:spcBef>
                <a:spcPts val="600"/>
              </a:spcBef>
              <a:spcAft>
                <a:spcPts val="600"/>
              </a:spcAft>
              <a:buNone/>
            </a:pPr>
            <a:r>
              <a:rPr lang="en-US" sz="1600" dirty="0">
                <a:solidFill>
                  <a:srgbClr val="333333"/>
                </a:solidFill>
              </a:rPr>
              <a:t>* Upside profits are also offset</a:t>
            </a:r>
          </a:p>
          <a:p>
            <a:pPr marL="0" lvl="0" indent="0" algn="l" rtl="0">
              <a:lnSpc>
                <a:spcPts val="2000"/>
              </a:lnSpc>
              <a:spcBef>
                <a:spcPts val="600"/>
              </a:spcBef>
              <a:spcAft>
                <a:spcPts val="600"/>
              </a:spcAft>
              <a:buNone/>
            </a:pPr>
            <a:r>
              <a:rPr lang="en-US" sz="1600" dirty="0">
                <a:solidFill>
                  <a:srgbClr val="333333"/>
                </a:solidFill>
              </a:rPr>
              <a:t>* Margin management required</a:t>
            </a:r>
          </a:p>
          <a:p>
            <a:pPr marL="0" lvl="0" indent="0" algn="l" rtl="0">
              <a:lnSpc>
                <a:spcPts val="2000"/>
              </a:lnSpc>
              <a:spcBef>
                <a:spcPts val="600"/>
              </a:spcBef>
              <a:spcAft>
                <a:spcPts val="600"/>
              </a:spcAft>
              <a:buNone/>
            </a:pPr>
            <a:endParaRPr sz="1600" dirty="0">
              <a:solidFill>
                <a:srgbClr val="333333"/>
              </a:solidFill>
            </a:endParaRPr>
          </a:p>
        </p:txBody>
      </p:sp>
      <p:sp>
        <p:nvSpPr>
          <p:cNvPr id="2201" name="Google Shape;2201;p19"/>
          <p:cNvSpPr/>
          <p:nvPr/>
        </p:nvSpPr>
        <p:spPr>
          <a:xfrm>
            <a:off x="4667250" y="1409700"/>
            <a:ext cx="4238700" cy="3333900"/>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2" name="Google Shape;2202;p19"/>
          <p:cNvSpPr/>
          <p:nvPr/>
        </p:nvSpPr>
        <p:spPr>
          <a:xfrm>
            <a:off x="4667250" y="1409700"/>
            <a:ext cx="4238700" cy="3810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3" name="Google Shape;2203;p19"/>
          <p:cNvSpPr txBox="1"/>
          <p:nvPr/>
        </p:nvSpPr>
        <p:spPr>
          <a:xfrm>
            <a:off x="4667250" y="1409700"/>
            <a:ext cx="4238700" cy="38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ltLang="ja" sz="1800" b="1" dirty="0">
                <a:solidFill>
                  <a:schemeClr val="tx1"/>
                </a:solidFill>
              </a:rPr>
              <a:t>Purchasing Put Options</a:t>
            </a:r>
          </a:p>
        </p:txBody>
      </p:sp>
      <p:sp>
        <p:nvSpPr>
          <p:cNvPr id="2204" name="Google Shape;2204;p19"/>
          <p:cNvSpPr txBox="1"/>
          <p:nvPr/>
        </p:nvSpPr>
        <p:spPr>
          <a:xfrm>
            <a:off x="4781550" y="1905000"/>
            <a:ext cx="4010100" cy="2724300"/>
          </a:xfrm>
          <a:prstGeom prst="rect">
            <a:avLst/>
          </a:prstGeom>
          <a:noFill/>
          <a:ln>
            <a:noFill/>
          </a:ln>
        </p:spPr>
        <p:txBody>
          <a:bodyPr spcFirstLastPara="1" wrap="square" lIns="91425" tIns="91425" rIns="91425" bIns="91425" anchor="t" anchorCtr="0">
            <a:noAutofit/>
          </a:bodyPr>
          <a:lstStyle/>
          <a:p>
            <a:pPr marL="0" lvl="0" indent="0" algn="l" rtl="0">
              <a:lnSpc>
                <a:spcPts val="2500"/>
              </a:lnSpc>
              <a:spcBef>
                <a:spcPts val="600"/>
              </a:spcBef>
              <a:spcAft>
                <a:spcPts val="0"/>
              </a:spcAft>
              <a:buNone/>
            </a:pPr>
            <a:r>
              <a:rPr lang="en-US" sz="1600" dirty="0">
                <a:solidFill>
                  <a:srgbClr val="333333"/>
                </a:solidFill>
              </a:rPr>
              <a:t>* Purchase downside profit rights</a:t>
            </a:r>
          </a:p>
          <a:p>
            <a:pPr marL="0" lvl="0" indent="0" algn="l" rtl="0">
              <a:lnSpc>
                <a:spcPts val="2500"/>
              </a:lnSpc>
              <a:spcBef>
                <a:spcPts val="600"/>
              </a:spcBef>
              <a:spcAft>
                <a:spcPts val="0"/>
              </a:spcAft>
              <a:buNone/>
            </a:pPr>
            <a:r>
              <a:rPr lang="en-US" sz="1600" dirty="0">
                <a:solidFill>
                  <a:srgbClr val="333333"/>
                </a:solidFill>
              </a:rPr>
              <a:t>* Concept: Protect only downside risk</a:t>
            </a:r>
          </a:p>
          <a:p>
            <a:pPr marL="0" lvl="0" indent="0" algn="l" rtl="0">
              <a:lnSpc>
                <a:spcPts val="2500"/>
              </a:lnSpc>
              <a:spcBef>
                <a:spcPts val="600"/>
              </a:spcBef>
              <a:spcAft>
                <a:spcPts val="0"/>
              </a:spcAft>
              <a:buNone/>
            </a:pPr>
            <a:r>
              <a:rPr lang="en-US" sz="1600" dirty="0">
                <a:solidFill>
                  <a:srgbClr val="333333"/>
                </a:solidFill>
              </a:rPr>
              <a:t>* Allows upside participation</a:t>
            </a:r>
          </a:p>
          <a:p>
            <a:pPr marL="0" lvl="0" indent="0" algn="l" rtl="0">
              <a:lnSpc>
                <a:spcPts val="2500"/>
              </a:lnSpc>
              <a:spcBef>
                <a:spcPts val="600"/>
              </a:spcBef>
              <a:spcAft>
                <a:spcPts val="0"/>
              </a:spcAft>
              <a:buNone/>
            </a:pPr>
            <a:r>
              <a:rPr lang="en-US" sz="1600" dirty="0">
                <a:solidFill>
                  <a:srgbClr val="333333"/>
                </a:solidFill>
              </a:rPr>
              <a:t>* Premium cost required</a:t>
            </a:r>
          </a:p>
        </p:txBody>
      </p:sp>
      <p:grpSp>
        <p:nvGrpSpPr>
          <p:cNvPr id="2205" name="Google Shape;2205;p19"/>
          <p:cNvGrpSpPr/>
          <p:nvPr/>
        </p:nvGrpSpPr>
        <p:grpSpPr>
          <a:xfrm>
            <a:off x="0" y="5086350"/>
            <a:ext cx="9150400" cy="57300"/>
            <a:chOff x="0" y="5086350"/>
            <a:chExt cx="9150400" cy="57300"/>
          </a:xfrm>
        </p:grpSpPr>
        <p:sp>
          <p:nvSpPr>
            <p:cNvPr id="2206" name="Google Shape;2206;p19"/>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7" name="Google Shape;2207;p19"/>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8" name="Google Shape;2208;p19"/>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9" name="Google Shape;2209;p19"/>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0" name="Google Shape;2210;p19"/>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1" name="Google Shape;2211;p19"/>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2" name="Google Shape;2212;p19"/>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3" name="Google Shape;2213;p19"/>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4" name="Google Shape;2214;p19"/>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19"/>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6" name="Google Shape;2216;p19"/>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7" name="Google Shape;2217;p19"/>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8" name="Google Shape;2218;p19"/>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9" name="Google Shape;2219;p19"/>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0" name="Google Shape;2220;p19"/>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1" name="Google Shape;2221;p19"/>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2" name="Google Shape;2222;p19"/>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19"/>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4" name="Google Shape;2224;p19"/>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5" name="Google Shape;2225;p19"/>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6" name="Google Shape;2226;p19"/>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7" name="Google Shape;2227;p19"/>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8" name="Google Shape;2228;p19"/>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9" name="Google Shape;2229;p19"/>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0" name="Google Shape;2230;p19"/>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1" name="Google Shape;2231;p19"/>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2" name="Google Shape;2232;p19"/>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3" name="Google Shape;2233;p19"/>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4" name="Google Shape;2234;p19"/>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5" name="Google Shape;2235;p19"/>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6" name="Google Shape;2236;p19"/>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7" name="Google Shape;2237;p19"/>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8" name="Google Shape;2238;p19"/>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9" name="Google Shape;2239;p19"/>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0" name="Google Shape;2240;p19"/>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1" name="Google Shape;2241;p19"/>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2" name="Google Shape;2242;p19"/>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3" name="Google Shape;2243;p19"/>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4" name="Google Shape;2244;p19"/>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5" name="Google Shape;2245;p19"/>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6" name="Google Shape;2246;p19"/>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7" name="Google Shape;2247;p19"/>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8" name="Google Shape;2248;p19"/>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9" name="Google Shape;2249;p19"/>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0" name="Google Shape;2250;p19"/>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1" name="Google Shape;2251;p19"/>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2" name="Google Shape;2252;p19"/>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3" name="Google Shape;2253;p19"/>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4" name="Google Shape;2254;p19"/>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5" name="Google Shape;2255;p19"/>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6" name="Google Shape;2256;p19"/>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7" name="Google Shape;2257;p19"/>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8" name="Google Shape;2258;p19"/>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9" name="Google Shape;2259;p19"/>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0" name="Google Shape;2260;p19"/>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1" name="Google Shape;2261;p19"/>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2" name="Google Shape;2262;p19"/>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3" name="Google Shape;2263;p19"/>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4" name="Google Shape;2264;p19"/>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5" name="Google Shape;2265;p19"/>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6" name="Google Shape;2266;p19"/>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7" name="Google Shape;2267;p19"/>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8" name="Google Shape;2268;p19"/>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9" name="Google Shape;2269;p19"/>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0" name="Google Shape;2270;p19"/>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1" name="Google Shape;2271;p19"/>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2" name="Google Shape;2272;p19"/>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3" name="Google Shape;2273;p19"/>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4" name="Google Shape;2274;p19"/>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5" name="Google Shape;2275;p19"/>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6" name="Google Shape;2276;p19"/>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7" name="Google Shape;2277;p19"/>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8" name="Google Shape;2278;p19"/>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9" name="Google Shape;2279;p19"/>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0" name="Google Shape;2280;p19"/>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1" name="Google Shape;2281;p19"/>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2" name="Google Shape;2282;p19"/>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3" name="Google Shape;2283;p19"/>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4" name="Google Shape;2284;p19"/>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5" name="Google Shape;2285;p19"/>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6" name="Google Shape;2286;p19"/>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7" name="Google Shape;2287;p19"/>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8" name="Google Shape;2288;p19"/>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9" name="Google Shape;2289;p19"/>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0" name="Google Shape;2290;p19"/>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1" name="Google Shape;2291;p19"/>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2" name="Google Shape;2292;p19"/>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3" name="Google Shape;2293;p19"/>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4" name="Google Shape;2294;p19"/>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5" name="Google Shape;2295;p19"/>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6" name="Google Shape;2296;p19"/>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7" name="Google Shape;2297;p19"/>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8" name="Google Shape;2298;p19"/>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9" name="Google Shape;2299;p19"/>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0" name="Google Shape;2300;p19"/>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1" name="Google Shape;2301;p19"/>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2" name="Google Shape;2302;p19"/>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3" name="Google Shape;2303;p19"/>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4" name="Google Shape;2304;p19"/>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5" name="Google Shape;2305;p19"/>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6" name="Google Shape;2306;p19"/>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7" name="Google Shape;2307;p19"/>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8" name="Google Shape;2308;p19"/>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9" name="Google Shape;2309;p19"/>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0" name="Google Shape;2310;p19"/>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1" name="Google Shape;2311;p19"/>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2" name="Google Shape;2312;p19"/>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3" name="Google Shape;2313;p19"/>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4" name="Google Shape;2314;p19"/>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5" name="Google Shape;2315;p19"/>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6" name="Google Shape;2316;p19"/>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7" name="Google Shape;2317;p19"/>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8" name="Google Shape;2318;p19"/>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9" name="Google Shape;2319;p19"/>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0" name="Google Shape;2320;p19"/>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1" name="Google Shape;2321;p19"/>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2" name="Google Shape;2322;p19"/>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3" name="Google Shape;2323;p19"/>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4" name="Google Shape;2324;p19"/>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5" name="Google Shape;2325;p19"/>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6" name="Google Shape;2326;p19"/>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7" name="Google Shape;2327;p19"/>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8" name="Google Shape;2328;p19"/>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9" name="Google Shape;2329;p19"/>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0" name="Google Shape;2330;p19"/>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1" name="Google Shape;2331;p19"/>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2" name="Google Shape;2332;p19"/>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3" name="Google Shape;2333;p19"/>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4" name="Google Shape;2334;p19"/>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5" name="Google Shape;2335;p19"/>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6" name="Google Shape;2336;p19"/>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7" name="Google Shape;2337;p19"/>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8" name="Google Shape;2338;p19"/>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9" name="Google Shape;2339;p19"/>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0" name="Google Shape;2340;p19"/>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1" name="Google Shape;2341;p19"/>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2" name="Google Shape;2342;p19"/>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3" name="Google Shape;2343;p19"/>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4" name="Google Shape;2344;p19"/>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5" name="Google Shape;2345;p19"/>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6" name="Google Shape;2346;p19"/>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7" name="Google Shape;2347;p19"/>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8" name="Google Shape;2348;p19"/>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9" name="Google Shape;2349;p19"/>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0" name="Google Shape;2350;p19"/>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1" name="Google Shape;2351;p19"/>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2" name="Google Shape;2352;p19"/>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3" name="Google Shape;2353;p19"/>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4" name="Google Shape;2354;p19"/>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5" name="Google Shape;2355;p19"/>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6" name="Google Shape;2356;p19"/>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7" name="Google Shape;2357;p19"/>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8" name="Google Shape;2358;p19"/>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9" name="Google Shape;2359;p19"/>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0" name="Google Shape;2360;p19"/>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1" name="Google Shape;2361;p19"/>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2" name="Google Shape;2362;p19"/>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3" name="Google Shape;2363;p19"/>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4" name="Google Shape;2364;p19"/>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5" name="Google Shape;2365;p19"/>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6" name="Google Shape;2366;p19"/>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7" name="Google Shape;2367;p19"/>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8" name="Google Shape;2368;p19"/>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9" name="Google Shape;2369;p19"/>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0" name="Google Shape;2370;p19"/>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1" name="Google Shape;2371;p19"/>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2" name="Google Shape;2372;p19"/>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3" name="Google Shape;2373;p19"/>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4" name="Google Shape;2374;p19"/>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5" name="Google Shape;2375;p19"/>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6" name="Google Shape;2376;p19"/>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7" name="Google Shape;2377;p19"/>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8" name="Google Shape;2378;p19"/>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9" name="Google Shape;2379;p19"/>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0" name="Google Shape;2380;p19"/>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1" name="Google Shape;2381;p19"/>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2" name="Google Shape;2382;p19"/>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3" name="Google Shape;2383;p19"/>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4" name="Google Shape;2384;p19"/>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5" name="Google Shape;2385;p19"/>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6" name="Google Shape;2386;p19"/>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7" name="Google Shape;2387;p19"/>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8" name="Google Shape;2388;p19"/>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9" name="Google Shape;2389;p19"/>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0" name="Google Shape;2390;p19"/>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1" name="Google Shape;2391;p19"/>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2" name="Google Shape;2392;p19"/>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3" name="Google Shape;2393;p19"/>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4" name="Google Shape;2394;p19"/>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5" name="Google Shape;2395;p19"/>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6" name="Google Shape;2396;p19"/>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7" name="Google Shape;2397;p19"/>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8" name="Google Shape;2398;p19"/>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9" name="Google Shape;2399;p19"/>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0" name="Google Shape;2400;p19"/>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1" name="Google Shape;2401;p19"/>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2" name="Google Shape;2402;p19"/>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3" name="Google Shape;2403;p19"/>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4" name="Google Shape;2404;p19"/>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5" name="Google Shape;2405;p19"/>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6" name="Google Shape;2406;p19"/>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7" name="Google Shape;2407;p19"/>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8" name="Google Shape;2408;p19"/>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9" name="Google Shape;2409;p19"/>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0" name="Google Shape;2410;p19"/>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1" name="Google Shape;2411;p19"/>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2" name="Google Shape;2412;p19"/>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3" name="Google Shape;2413;p19"/>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4" name="Google Shape;2414;p19"/>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5" name="Google Shape;2415;p19"/>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6" name="Google Shape;2416;p19"/>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7" name="Google Shape;2417;p19"/>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8" name="Google Shape;2418;p19"/>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9" name="Google Shape;2419;p19"/>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0" name="Google Shape;2420;p19"/>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1" name="Google Shape;2421;p19"/>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2" name="Google Shape;2422;p19"/>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3" name="Google Shape;2423;p19"/>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4" name="Google Shape;2424;p19"/>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5" name="Google Shape;2425;p19"/>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6" name="Google Shape;2426;p19"/>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7" name="Google Shape;2427;p19"/>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8" name="Google Shape;2428;p19"/>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9" name="Google Shape;2429;p19"/>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0" name="Google Shape;2430;p19"/>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1" name="Google Shape;2431;p19"/>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2" name="Google Shape;2432;p19"/>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3" name="Google Shape;2433;p19"/>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4" name="Google Shape;2434;p19"/>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5" name="Google Shape;2435;p19"/>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6" name="Google Shape;2436;p19"/>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7" name="Google Shape;2437;p19"/>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8" name="Google Shape;2438;p19"/>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9" name="Google Shape;2439;p19"/>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0" name="Google Shape;2440;p19"/>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1" name="Google Shape;2441;p19"/>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2" name="Google Shape;2442;p19"/>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3" name="Google Shape;2443;p19"/>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4" name="Google Shape;2444;p19"/>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5" name="Google Shape;2445;p19"/>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6" name="Google Shape;2446;p19"/>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7" name="Google Shape;2447;p19"/>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8" name="Google Shape;2448;p19"/>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9" name="Google Shape;2449;p19"/>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0" name="Google Shape;2450;p19"/>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1" name="Google Shape;2451;p19"/>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2" name="Google Shape;2452;p19"/>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3" name="Google Shape;2453;p19"/>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4" name="Google Shape;2454;p19"/>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5" name="Google Shape;2455;p19"/>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6" name="Google Shape;2456;p19"/>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7" name="Google Shape;2457;p19"/>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8" name="Google Shape;2458;p19"/>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9" name="Google Shape;2459;p19"/>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0" name="Google Shape;2460;p19"/>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1" name="Google Shape;2461;p19"/>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2" name="Google Shape;2462;p19"/>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3" name="Google Shape;2463;p19"/>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4" name="Google Shape;2464;p19"/>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5" name="Google Shape;2465;p19"/>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6" name="Google Shape;2466;p19"/>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7" name="Google Shape;2467;p19"/>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8" name="Google Shape;2468;p19"/>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9" name="Google Shape;2469;p19"/>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0" name="Google Shape;2470;p19"/>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1" name="Google Shape;2471;p19"/>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2" name="Google Shape;2472;p19"/>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3" name="Google Shape;2473;p19"/>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4" name="Google Shape;2474;p19"/>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5" name="Google Shape;2475;p19"/>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6" name="Google Shape;2476;p19"/>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7" name="Google Shape;2477;p19"/>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8" name="Google Shape;2478;p19"/>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9" name="Google Shape;2479;p19"/>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0" name="Google Shape;2480;p19"/>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1" name="Google Shape;2481;p19"/>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2" name="Google Shape;2482;p19"/>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3" name="Google Shape;2483;p19"/>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4" name="Google Shape;2484;p19"/>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5" name="Google Shape;2485;p19"/>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6" name="Google Shape;2486;p19"/>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7" name="Google Shape;2487;p19"/>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8" name="Google Shape;2488;p19"/>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9" name="Google Shape;2489;p19"/>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0" name="Google Shape;2490;p19"/>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1" name="Google Shape;2491;p19"/>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2" name="Google Shape;2492;p19"/>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3" name="Google Shape;2493;p19"/>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4" name="Google Shape;2494;p19"/>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5" name="Google Shape;2495;p19"/>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6" name="Google Shape;2496;p19"/>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7" name="Google Shape;2497;p19"/>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8" name="Google Shape;2498;p19"/>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9" name="Google Shape;2499;p19"/>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0" name="Google Shape;2500;p19"/>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1" name="Google Shape;2501;p19"/>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2" name="Google Shape;2502;p19"/>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3" name="Google Shape;2503;p19"/>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4" name="Google Shape;2504;p19"/>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5" name="Google Shape;2505;p19"/>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6" name="Google Shape;2506;p19"/>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7" name="Google Shape;2507;p19"/>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8" name="Google Shape;2508;p19"/>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9" name="Google Shape;2509;p19"/>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0" name="Google Shape;2510;p19"/>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1" name="Google Shape;2511;p19"/>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2" name="Google Shape;2512;p19"/>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3" name="Google Shape;2513;p19"/>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4" name="Google Shape;2514;p19"/>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5" name="Google Shape;2515;p19"/>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6" name="Google Shape;2516;p19"/>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7" name="Google Shape;2517;p19"/>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8" name="Google Shape;2518;p19"/>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9" name="Google Shape;2519;p19"/>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0" name="Google Shape;2520;p19"/>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1" name="Google Shape;2521;p19"/>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2" name="Google Shape;2522;p19"/>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3" name="Google Shape;2523;p19"/>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4" name="Google Shape;2524;p19"/>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5" name="Google Shape;2525;p19"/>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6" name="Google Shape;2526;p19"/>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7" name="Google Shape;2527;p19"/>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8" name="Google Shape;2528;p19"/>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9" name="Google Shape;2529;p19"/>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0" name="Google Shape;2530;p19"/>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1" name="Google Shape;2531;p19"/>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2" name="Google Shape;2532;p19"/>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3" name="Google Shape;2533;p19"/>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4" name="Google Shape;2534;p19"/>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5" name="Google Shape;2535;p19"/>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6" name="Google Shape;2536;p19"/>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7" name="Google Shape;2537;p19"/>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8" name="Google Shape;2538;p19"/>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9" name="Google Shape;2539;p19"/>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0" name="Google Shape;2540;p19"/>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1" name="Google Shape;2541;p19"/>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2" name="Google Shape;2542;p19"/>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3" name="Google Shape;2543;p19"/>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4" name="Google Shape;2544;p19"/>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5" name="Google Shape;2545;p19"/>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6" name="Google Shape;2546;p19"/>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7" name="Google Shape;2547;p19"/>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8" name="Google Shape;2548;p19"/>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9" name="Google Shape;2549;p19"/>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0" name="Google Shape;2550;p19"/>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1" name="Google Shape;2551;p19"/>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2" name="Google Shape;2552;p19"/>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3" name="Google Shape;2553;p19"/>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4" name="Google Shape;2554;p19"/>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5" name="Google Shape;2555;p19"/>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6" name="Google Shape;2556;p19"/>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7" name="Google Shape;2557;p19"/>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8" name="Google Shape;2558;p19"/>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9" name="Google Shape;2559;p19"/>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0" name="Google Shape;2560;p19"/>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1" name="Google Shape;2561;p19"/>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2" name="Google Shape;2562;p19"/>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3" name="Google Shape;2563;p19"/>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4" name="Google Shape;2564;p19"/>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5" name="Google Shape;2565;p19"/>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566" name="Google Shape;2566;p19"/>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2567" name="Google Shape;2567;p19"/>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6</a:t>
            </a:r>
            <a:endParaRPr sz="900">
              <a:solidFill>
                <a:srgbClr val="43DFF4"/>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Shape 3204"/>
        <p:cNvGrpSpPr/>
        <p:nvPr/>
      </p:nvGrpSpPr>
      <p:grpSpPr>
        <a:xfrm>
          <a:off x="0" y="0"/>
          <a:ext cx="0" cy="0"/>
          <a:chOff x="0" y="0"/>
          <a:chExt cx="0" cy="0"/>
        </a:xfrm>
      </p:grpSpPr>
      <p:sp>
        <p:nvSpPr>
          <p:cNvPr id="3205" name="Google Shape;3205;p21"/>
          <p:cNvSpPr txBox="1"/>
          <p:nvPr/>
        </p:nvSpPr>
        <p:spPr>
          <a:xfrm>
            <a:off x="333375" y="1143000"/>
            <a:ext cx="3810000" cy="19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0" b="1">
                <a:solidFill>
                  <a:srgbClr val="D5E9EC"/>
                </a:solidFill>
              </a:rPr>
              <a:t>03</a:t>
            </a:r>
            <a:endParaRPr sz="18000" b="1">
              <a:solidFill>
                <a:srgbClr val="D5E9EC"/>
              </a:solidFill>
            </a:endParaRPr>
          </a:p>
        </p:txBody>
      </p:sp>
      <p:sp>
        <p:nvSpPr>
          <p:cNvPr id="3206" name="Google Shape;3206;p21"/>
          <p:cNvSpPr txBox="1"/>
          <p:nvPr/>
        </p:nvSpPr>
        <p:spPr>
          <a:xfrm>
            <a:off x="464175" y="2141925"/>
            <a:ext cx="8537100" cy="752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sz="3800" b="1">
                <a:solidFill>
                  <a:srgbClr val="333333"/>
                </a:solidFill>
              </a:rPr>
              <a:t>VERUA LIMITED Expected Position</a:t>
            </a:r>
            <a:endParaRPr sz="3800" b="1" dirty="0">
              <a:solidFill>
                <a:srgbClr val="333333"/>
              </a:solidFill>
            </a:endParaRPr>
          </a:p>
        </p:txBody>
      </p:sp>
      <p:sp>
        <p:nvSpPr>
          <p:cNvPr id="3207" name="Google Shape;3207;p21"/>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3208" name="Google Shape;3208;p21"/>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8</a:t>
            </a:r>
            <a:endParaRPr sz="900">
              <a:solidFill>
                <a:srgbClr val="43DFF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12"/>
        <p:cNvGrpSpPr/>
        <p:nvPr/>
      </p:nvGrpSpPr>
      <p:grpSpPr>
        <a:xfrm>
          <a:off x="0" y="0"/>
          <a:ext cx="0" cy="0"/>
          <a:chOff x="0" y="0"/>
          <a:chExt cx="0" cy="0"/>
        </a:xfrm>
      </p:grpSpPr>
      <p:sp>
        <p:nvSpPr>
          <p:cNvPr id="3213" name="Google Shape;3213;p22"/>
          <p:cNvSpPr txBox="1"/>
          <p:nvPr/>
        </p:nvSpPr>
        <p:spPr>
          <a:xfrm>
            <a:off x="238125" y="190500"/>
            <a:ext cx="8572650" cy="589676"/>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JP" sz="2000" b="1" dirty="0">
                <a:solidFill>
                  <a:srgbClr val="333333"/>
                </a:solidFill>
              </a:rPr>
              <a:t>Expected Position During BTC Price Decline (Delta Management)</a:t>
            </a:r>
            <a:endParaRPr sz="2000" b="1" dirty="0">
              <a:solidFill>
                <a:srgbClr val="333333"/>
              </a:solidFill>
            </a:endParaRPr>
          </a:p>
        </p:txBody>
      </p:sp>
      <p:grpSp>
        <p:nvGrpSpPr>
          <p:cNvPr id="3214" name="Google Shape;3214;p22"/>
          <p:cNvGrpSpPr/>
          <p:nvPr/>
        </p:nvGrpSpPr>
        <p:grpSpPr>
          <a:xfrm>
            <a:off x="238125" y="762000"/>
            <a:ext cx="5126964" cy="38100"/>
            <a:chOff x="238125" y="762000"/>
            <a:chExt cx="5126964" cy="38100"/>
          </a:xfrm>
        </p:grpSpPr>
        <p:sp>
          <p:nvSpPr>
            <p:cNvPr id="3215" name="Google Shape;3215;p22"/>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6" name="Google Shape;3216;p22"/>
            <p:cNvSpPr/>
            <p:nvPr/>
          </p:nvSpPr>
          <p:spPr>
            <a:xfrm>
              <a:off x="263601"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7" name="Google Shape;3217;p22"/>
            <p:cNvSpPr/>
            <p:nvPr/>
          </p:nvSpPr>
          <p:spPr>
            <a:xfrm>
              <a:off x="289077"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8" name="Google Shape;3218;p22"/>
            <p:cNvSpPr/>
            <p:nvPr/>
          </p:nvSpPr>
          <p:spPr>
            <a:xfrm>
              <a:off x="314552"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19" name="Google Shape;3219;p22"/>
            <p:cNvSpPr/>
            <p:nvPr/>
          </p:nvSpPr>
          <p:spPr>
            <a:xfrm>
              <a:off x="340028"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0" name="Google Shape;3220;p22"/>
            <p:cNvSpPr/>
            <p:nvPr/>
          </p:nvSpPr>
          <p:spPr>
            <a:xfrm>
              <a:off x="365504"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1" name="Google Shape;3221;p22"/>
            <p:cNvSpPr/>
            <p:nvPr/>
          </p:nvSpPr>
          <p:spPr>
            <a:xfrm>
              <a:off x="390980"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2" name="Google Shape;3222;p22"/>
            <p:cNvSpPr/>
            <p:nvPr/>
          </p:nvSpPr>
          <p:spPr>
            <a:xfrm>
              <a:off x="416456" y="762000"/>
              <a:ext cx="31800" cy="381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3" name="Google Shape;3223;p22"/>
            <p:cNvSpPr/>
            <p:nvPr/>
          </p:nvSpPr>
          <p:spPr>
            <a:xfrm>
              <a:off x="441932"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4" name="Google Shape;3224;p22"/>
            <p:cNvSpPr/>
            <p:nvPr/>
          </p:nvSpPr>
          <p:spPr>
            <a:xfrm>
              <a:off x="467407"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5" name="Google Shape;3225;p22"/>
            <p:cNvSpPr/>
            <p:nvPr/>
          </p:nvSpPr>
          <p:spPr>
            <a:xfrm>
              <a:off x="492883"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6" name="Google Shape;3226;p22"/>
            <p:cNvSpPr/>
            <p:nvPr/>
          </p:nvSpPr>
          <p:spPr>
            <a:xfrm>
              <a:off x="518359"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7" name="Google Shape;3227;p22"/>
            <p:cNvSpPr/>
            <p:nvPr/>
          </p:nvSpPr>
          <p:spPr>
            <a:xfrm>
              <a:off x="54383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8" name="Google Shape;3228;p22"/>
            <p:cNvSpPr/>
            <p:nvPr/>
          </p:nvSpPr>
          <p:spPr>
            <a:xfrm>
              <a:off x="569311"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29" name="Google Shape;3229;p22"/>
            <p:cNvSpPr/>
            <p:nvPr/>
          </p:nvSpPr>
          <p:spPr>
            <a:xfrm>
              <a:off x="594786"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0" name="Google Shape;3230;p22"/>
            <p:cNvSpPr/>
            <p:nvPr/>
          </p:nvSpPr>
          <p:spPr>
            <a:xfrm>
              <a:off x="620262"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1" name="Google Shape;3231;p22"/>
            <p:cNvSpPr/>
            <p:nvPr/>
          </p:nvSpPr>
          <p:spPr>
            <a:xfrm>
              <a:off x="645738"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2" name="Google Shape;3232;p22"/>
            <p:cNvSpPr/>
            <p:nvPr/>
          </p:nvSpPr>
          <p:spPr>
            <a:xfrm>
              <a:off x="671214"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3" name="Google Shape;3233;p22"/>
            <p:cNvSpPr/>
            <p:nvPr/>
          </p:nvSpPr>
          <p:spPr>
            <a:xfrm>
              <a:off x="696690"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4" name="Google Shape;3234;p22"/>
            <p:cNvSpPr/>
            <p:nvPr/>
          </p:nvSpPr>
          <p:spPr>
            <a:xfrm>
              <a:off x="722166"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5" name="Google Shape;3235;p22"/>
            <p:cNvSpPr/>
            <p:nvPr/>
          </p:nvSpPr>
          <p:spPr>
            <a:xfrm>
              <a:off x="747641"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6" name="Google Shape;3236;p22"/>
            <p:cNvSpPr/>
            <p:nvPr/>
          </p:nvSpPr>
          <p:spPr>
            <a:xfrm>
              <a:off x="773117"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7" name="Google Shape;3237;p22"/>
            <p:cNvSpPr/>
            <p:nvPr/>
          </p:nvSpPr>
          <p:spPr>
            <a:xfrm>
              <a:off x="798593"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8" name="Google Shape;3238;p22"/>
            <p:cNvSpPr/>
            <p:nvPr/>
          </p:nvSpPr>
          <p:spPr>
            <a:xfrm>
              <a:off x="824069"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39" name="Google Shape;3239;p22"/>
            <p:cNvSpPr/>
            <p:nvPr/>
          </p:nvSpPr>
          <p:spPr>
            <a:xfrm>
              <a:off x="84954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0" name="Google Shape;3240;p22"/>
            <p:cNvSpPr/>
            <p:nvPr/>
          </p:nvSpPr>
          <p:spPr>
            <a:xfrm>
              <a:off x="875021"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1" name="Google Shape;3241;p22"/>
            <p:cNvSpPr/>
            <p:nvPr/>
          </p:nvSpPr>
          <p:spPr>
            <a:xfrm>
              <a:off x="900496"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2" name="Google Shape;3242;p22"/>
            <p:cNvSpPr/>
            <p:nvPr/>
          </p:nvSpPr>
          <p:spPr>
            <a:xfrm>
              <a:off x="925972"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3" name="Google Shape;3243;p22"/>
            <p:cNvSpPr/>
            <p:nvPr/>
          </p:nvSpPr>
          <p:spPr>
            <a:xfrm>
              <a:off x="951448"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4" name="Google Shape;3244;p22"/>
            <p:cNvSpPr/>
            <p:nvPr/>
          </p:nvSpPr>
          <p:spPr>
            <a:xfrm>
              <a:off x="976924"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5" name="Google Shape;3245;p22"/>
            <p:cNvSpPr/>
            <p:nvPr/>
          </p:nvSpPr>
          <p:spPr>
            <a:xfrm>
              <a:off x="1002400"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6" name="Google Shape;3246;p22"/>
            <p:cNvSpPr/>
            <p:nvPr/>
          </p:nvSpPr>
          <p:spPr>
            <a:xfrm>
              <a:off x="102787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7" name="Google Shape;3247;p22"/>
            <p:cNvSpPr/>
            <p:nvPr/>
          </p:nvSpPr>
          <p:spPr>
            <a:xfrm>
              <a:off x="1053351"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8" name="Google Shape;3248;p22"/>
            <p:cNvSpPr/>
            <p:nvPr/>
          </p:nvSpPr>
          <p:spPr>
            <a:xfrm>
              <a:off x="1078827" y="762000"/>
              <a:ext cx="31800" cy="381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49" name="Google Shape;3249;p22"/>
            <p:cNvSpPr/>
            <p:nvPr/>
          </p:nvSpPr>
          <p:spPr>
            <a:xfrm>
              <a:off x="1104303"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0" name="Google Shape;3250;p22"/>
            <p:cNvSpPr/>
            <p:nvPr/>
          </p:nvSpPr>
          <p:spPr>
            <a:xfrm>
              <a:off x="1129779"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1" name="Google Shape;3251;p22"/>
            <p:cNvSpPr/>
            <p:nvPr/>
          </p:nvSpPr>
          <p:spPr>
            <a:xfrm>
              <a:off x="115525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2" name="Google Shape;3252;p22"/>
            <p:cNvSpPr/>
            <p:nvPr/>
          </p:nvSpPr>
          <p:spPr>
            <a:xfrm>
              <a:off x="1180730"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3" name="Google Shape;3253;p22"/>
            <p:cNvSpPr/>
            <p:nvPr/>
          </p:nvSpPr>
          <p:spPr>
            <a:xfrm>
              <a:off x="1206206"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4" name="Google Shape;3254;p22"/>
            <p:cNvSpPr/>
            <p:nvPr/>
          </p:nvSpPr>
          <p:spPr>
            <a:xfrm>
              <a:off x="1231682"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5" name="Google Shape;3255;p22"/>
            <p:cNvSpPr/>
            <p:nvPr/>
          </p:nvSpPr>
          <p:spPr>
            <a:xfrm>
              <a:off x="1257158"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6" name="Google Shape;3256;p22"/>
            <p:cNvSpPr/>
            <p:nvPr/>
          </p:nvSpPr>
          <p:spPr>
            <a:xfrm>
              <a:off x="1282634"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7" name="Google Shape;3257;p22"/>
            <p:cNvSpPr/>
            <p:nvPr/>
          </p:nvSpPr>
          <p:spPr>
            <a:xfrm>
              <a:off x="1308109"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8" name="Google Shape;3258;p22"/>
            <p:cNvSpPr/>
            <p:nvPr/>
          </p:nvSpPr>
          <p:spPr>
            <a:xfrm>
              <a:off x="133358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59" name="Google Shape;3259;p22"/>
            <p:cNvSpPr/>
            <p:nvPr/>
          </p:nvSpPr>
          <p:spPr>
            <a:xfrm>
              <a:off x="1359061"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0" name="Google Shape;3260;p22"/>
            <p:cNvSpPr/>
            <p:nvPr/>
          </p:nvSpPr>
          <p:spPr>
            <a:xfrm>
              <a:off x="1384537"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1" name="Google Shape;3261;p22"/>
            <p:cNvSpPr/>
            <p:nvPr/>
          </p:nvSpPr>
          <p:spPr>
            <a:xfrm>
              <a:off x="1410013"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2" name="Google Shape;3262;p22"/>
            <p:cNvSpPr/>
            <p:nvPr/>
          </p:nvSpPr>
          <p:spPr>
            <a:xfrm>
              <a:off x="1435489"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3" name="Google Shape;3263;p22"/>
            <p:cNvSpPr/>
            <p:nvPr/>
          </p:nvSpPr>
          <p:spPr>
            <a:xfrm>
              <a:off x="1460964"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4" name="Google Shape;3264;p22"/>
            <p:cNvSpPr/>
            <p:nvPr/>
          </p:nvSpPr>
          <p:spPr>
            <a:xfrm>
              <a:off x="1486440"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5" name="Google Shape;3265;p22"/>
            <p:cNvSpPr/>
            <p:nvPr/>
          </p:nvSpPr>
          <p:spPr>
            <a:xfrm>
              <a:off x="1511916"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6" name="Google Shape;3266;p22"/>
            <p:cNvSpPr/>
            <p:nvPr/>
          </p:nvSpPr>
          <p:spPr>
            <a:xfrm>
              <a:off x="1537392"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7" name="Google Shape;3267;p22"/>
            <p:cNvSpPr/>
            <p:nvPr/>
          </p:nvSpPr>
          <p:spPr>
            <a:xfrm>
              <a:off x="1562868"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8" name="Google Shape;3268;p22"/>
            <p:cNvSpPr/>
            <p:nvPr/>
          </p:nvSpPr>
          <p:spPr>
            <a:xfrm>
              <a:off x="1588344"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69" name="Google Shape;3269;p22"/>
            <p:cNvSpPr/>
            <p:nvPr/>
          </p:nvSpPr>
          <p:spPr>
            <a:xfrm>
              <a:off x="1613819"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0" name="Google Shape;3270;p22"/>
            <p:cNvSpPr/>
            <p:nvPr/>
          </p:nvSpPr>
          <p:spPr>
            <a:xfrm>
              <a:off x="163929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1" name="Google Shape;3271;p22"/>
            <p:cNvSpPr/>
            <p:nvPr/>
          </p:nvSpPr>
          <p:spPr>
            <a:xfrm>
              <a:off x="1664771"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2" name="Google Shape;3272;p22"/>
            <p:cNvSpPr/>
            <p:nvPr/>
          </p:nvSpPr>
          <p:spPr>
            <a:xfrm>
              <a:off x="1690247"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3" name="Google Shape;3273;p22"/>
            <p:cNvSpPr/>
            <p:nvPr/>
          </p:nvSpPr>
          <p:spPr>
            <a:xfrm>
              <a:off x="1715723"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4" name="Google Shape;3274;p22"/>
            <p:cNvSpPr/>
            <p:nvPr/>
          </p:nvSpPr>
          <p:spPr>
            <a:xfrm>
              <a:off x="1741198"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5" name="Google Shape;3275;p22"/>
            <p:cNvSpPr/>
            <p:nvPr/>
          </p:nvSpPr>
          <p:spPr>
            <a:xfrm>
              <a:off x="1766674"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6" name="Google Shape;3276;p22"/>
            <p:cNvSpPr/>
            <p:nvPr/>
          </p:nvSpPr>
          <p:spPr>
            <a:xfrm>
              <a:off x="1792150"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7" name="Google Shape;3277;p22"/>
            <p:cNvSpPr/>
            <p:nvPr/>
          </p:nvSpPr>
          <p:spPr>
            <a:xfrm>
              <a:off x="1817626"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8" name="Google Shape;3278;p22"/>
            <p:cNvSpPr/>
            <p:nvPr/>
          </p:nvSpPr>
          <p:spPr>
            <a:xfrm>
              <a:off x="1843102"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79" name="Google Shape;3279;p22"/>
            <p:cNvSpPr/>
            <p:nvPr/>
          </p:nvSpPr>
          <p:spPr>
            <a:xfrm>
              <a:off x="1868578"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0" name="Google Shape;3280;p22"/>
            <p:cNvSpPr/>
            <p:nvPr/>
          </p:nvSpPr>
          <p:spPr>
            <a:xfrm>
              <a:off x="1894053"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1" name="Google Shape;3281;p22"/>
            <p:cNvSpPr/>
            <p:nvPr/>
          </p:nvSpPr>
          <p:spPr>
            <a:xfrm>
              <a:off x="1919529"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2" name="Google Shape;3282;p22"/>
            <p:cNvSpPr/>
            <p:nvPr/>
          </p:nvSpPr>
          <p:spPr>
            <a:xfrm>
              <a:off x="194500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3" name="Google Shape;3283;p22"/>
            <p:cNvSpPr/>
            <p:nvPr/>
          </p:nvSpPr>
          <p:spPr>
            <a:xfrm>
              <a:off x="1970481"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4" name="Google Shape;3284;p22"/>
            <p:cNvSpPr/>
            <p:nvPr/>
          </p:nvSpPr>
          <p:spPr>
            <a:xfrm>
              <a:off x="1995957"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5" name="Google Shape;3285;p22"/>
            <p:cNvSpPr/>
            <p:nvPr/>
          </p:nvSpPr>
          <p:spPr>
            <a:xfrm>
              <a:off x="2021432"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6" name="Google Shape;3286;p22"/>
            <p:cNvSpPr/>
            <p:nvPr/>
          </p:nvSpPr>
          <p:spPr>
            <a:xfrm>
              <a:off x="2046908"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7" name="Google Shape;3287;p22"/>
            <p:cNvSpPr/>
            <p:nvPr/>
          </p:nvSpPr>
          <p:spPr>
            <a:xfrm>
              <a:off x="2072384"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8" name="Google Shape;3288;p22"/>
            <p:cNvSpPr/>
            <p:nvPr/>
          </p:nvSpPr>
          <p:spPr>
            <a:xfrm>
              <a:off x="2097860"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89" name="Google Shape;3289;p22"/>
            <p:cNvSpPr/>
            <p:nvPr/>
          </p:nvSpPr>
          <p:spPr>
            <a:xfrm>
              <a:off x="2123336"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0" name="Google Shape;3290;p22"/>
            <p:cNvSpPr/>
            <p:nvPr/>
          </p:nvSpPr>
          <p:spPr>
            <a:xfrm>
              <a:off x="2148812"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1" name="Google Shape;3291;p22"/>
            <p:cNvSpPr/>
            <p:nvPr/>
          </p:nvSpPr>
          <p:spPr>
            <a:xfrm>
              <a:off x="2174287"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2" name="Google Shape;3292;p22"/>
            <p:cNvSpPr/>
            <p:nvPr/>
          </p:nvSpPr>
          <p:spPr>
            <a:xfrm>
              <a:off x="2199763"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3" name="Google Shape;3293;p22"/>
            <p:cNvSpPr/>
            <p:nvPr/>
          </p:nvSpPr>
          <p:spPr>
            <a:xfrm>
              <a:off x="2225239"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4" name="Google Shape;3294;p22"/>
            <p:cNvSpPr/>
            <p:nvPr/>
          </p:nvSpPr>
          <p:spPr>
            <a:xfrm>
              <a:off x="225071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5" name="Google Shape;3295;p22"/>
            <p:cNvSpPr/>
            <p:nvPr/>
          </p:nvSpPr>
          <p:spPr>
            <a:xfrm>
              <a:off x="2276191"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6" name="Google Shape;3296;p22"/>
            <p:cNvSpPr/>
            <p:nvPr/>
          </p:nvSpPr>
          <p:spPr>
            <a:xfrm>
              <a:off x="2301666"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7" name="Google Shape;3297;p22"/>
            <p:cNvSpPr/>
            <p:nvPr/>
          </p:nvSpPr>
          <p:spPr>
            <a:xfrm>
              <a:off x="2327142"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8" name="Google Shape;3298;p22"/>
            <p:cNvSpPr/>
            <p:nvPr/>
          </p:nvSpPr>
          <p:spPr>
            <a:xfrm>
              <a:off x="2352618"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9" name="Google Shape;3299;p22"/>
            <p:cNvSpPr/>
            <p:nvPr/>
          </p:nvSpPr>
          <p:spPr>
            <a:xfrm>
              <a:off x="2378094"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0" name="Google Shape;3300;p22"/>
            <p:cNvSpPr/>
            <p:nvPr/>
          </p:nvSpPr>
          <p:spPr>
            <a:xfrm>
              <a:off x="2403570"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1" name="Google Shape;3301;p22"/>
            <p:cNvSpPr/>
            <p:nvPr/>
          </p:nvSpPr>
          <p:spPr>
            <a:xfrm>
              <a:off x="2429046"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2" name="Google Shape;3302;p22"/>
            <p:cNvSpPr/>
            <p:nvPr/>
          </p:nvSpPr>
          <p:spPr>
            <a:xfrm>
              <a:off x="2454521"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3" name="Google Shape;3303;p22"/>
            <p:cNvSpPr/>
            <p:nvPr/>
          </p:nvSpPr>
          <p:spPr>
            <a:xfrm>
              <a:off x="2479997"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4" name="Google Shape;3304;p22"/>
            <p:cNvSpPr/>
            <p:nvPr/>
          </p:nvSpPr>
          <p:spPr>
            <a:xfrm>
              <a:off x="2505473"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5" name="Google Shape;3305;p22"/>
            <p:cNvSpPr/>
            <p:nvPr/>
          </p:nvSpPr>
          <p:spPr>
            <a:xfrm>
              <a:off x="2530949"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6" name="Google Shape;3306;p22"/>
            <p:cNvSpPr/>
            <p:nvPr/>
          </p:nvSpPr>
          <p:spPr>
            <a:xfrm>
              <a:off x="25564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7" name="Google Shape;3307;p22"/>
            <p:cNvSpPr/>
            <p:nvPr/>
          </p:nvSpPr>
          <p:spPr>
            <a:xfrm>
              <a:off x="2581901"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8" name="Google Shape;3308;p22"/>
            <p:cNvSpPr/>
            <p:nvPr/>
          </p:nvSpPr>
          <p:spPr>
            <a:xfrm>
              <a:off x="2607376"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09" name="Google Shape;3309;p22"/>
            <p:cNvSpPr/>
            <p:nvPr/>
          </p:nvSpPr>
          <p:spPr>
            <a:xfrm>
              <a:off x="2632852"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0" name="Google Shape;3310;p22"/>
            <p:cNvSpPr/>
            <p:nvPr/>
          </p:nvSpPr>
          <p:spPr>
            <a:xfrm>
              <a:off x="2658328"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1" name="Google Shape;3311;p22"/>
            <p:cNvSpPr/>
            <p:nvPr/>
          </p:nvSpPr>
          <p:spPr>
            <a:xfrm>
              <a:off x="2683804"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2" name="Google Shape;3312;p22"/>
            <p:cNvSpPr/>
            <p:nvPr/>
          </p:nvSpPr>
          <p:spPr>
            <a:xfrm>
              <a:off x="2709280"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3" name="Google Shape;3313;p22"/>
            <p:cNvSpPr/>
            <p:nvPr/>
          </p:nvSpPr>
          <p:spPr>
            <a:xfrm>
              <a:off x="273475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4" name="Google Shape;3314;p22"/>
            <p:cNvSpPr/>
            <p:nvPr/>
          </p:nvSpPr>
          <p:spPr>
            <a:xfrm>
              <a:off x="2760231"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5" name="Google Shape;3315;p22"/>
            <p:cNvSpPr/>
            <p:nvPr/>
          </p:nvSpPr>
          <p:spPr>
            <a:xfrm>
              <a:off x="2785707"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6" name="Google Shape;3316;p22"/>
            <p:cNvSpPr/>
            <p:nvPr/>
          </p:nvSpPr>
          <p:spPr>
            <a:xfrm>
              <a:off x="2811183"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7" name="Google Shape;3317;p22"/>
            <p:cNvSpPr/>
            <p:nvPr/>
          </p:nvSpPr>
          <p:spPr>
            <a:xfrm>
              <a:off x="2836659"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8" name="Google Shape;3318;p22"/>
            <p:cNvSpPr/>
            <p:nvPr/>
          </p:nvSpPr>
          <p:spPr>
            <a:xfrm>
              <a:off x="286213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19" name="Google Shape;3319;p22"/>
            <p:cNvSpPr/>
            <p:nvPr/>
          </p:nvSpPr>
          <p:spPr>
            <a:xfrm>
              <a:off x="2887610"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0" name="Google Shape;3320;p22"/>
            <p:cNvSpPr/>
            <p:nvPr/>
          </p:nvSpPr>
          <p:spPr>
            <a:xfrm>
              <a:off x="2913086"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1" name="Google Shape;3321;p22"/>
            <p:cNvSpPr/>
            <p:nvPr/>
          </p:nvSpPr>
          <p:spPr>
            <a:xfrm>
              <a:off x="2938562"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2" name="Google Shape;3322;p22"/>
            <p:cNvSpPr/>
            <p:nvPr/>
          </p:nvSpPr>
          <p:spPr>
            <a:xfrm>
              <a:off x="2964038"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3" name="Google Shape;3323;p22"/>
            <p:cNvSpPr/>
            <p:nvPr/>
          </p:nvSpPr>
          <p:spPr>
            <a:xfrm>
              <a:off x="2989514"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4" name="Google Shape;3324;p22"/>
            <p:cNvSpPr/>
            <p:nvPr/>
          </p:nvSpPr>
          <p:spPr>
            <a:xfrm>
              <a:off x="3014989"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5" name="Google Shape;3325;p22"/>
            <p:cNvSpPr/>
            <p:nvPr/>
          </p:nvSpPr>
          <p:spPr>
            <a:xfrm>
              <a:off x="304046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6" name="Google Shape;3326;p22"/>
            <p:cNvSpPr/>
            <p:nvPr/>
          </p:nvSpPr>
          <p:spPr>
            <a:xfrm>
              <a:off x="3065941"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7" name="Google Shape;3327;p22"/>
            <p:cNvSpPr/>
            <p:nvPr/>
          </p:nvSpPr>
          <p:spPr>
            <a:xfrm>
              <a:off x="3091417"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8" name="Google Shape;3328;p22"/>
            <p:cNvSpPr/>
            <p:nvPr/>
          </p:nvSpPr>
          <p:spPr>
            <a:xfrm>
              <a:off x="3116893"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29" name="Google Shape;3329;p22"/>
            <p:cNvSpPr/>
            <p:nvPr/>
          </p:nvSpPr>
          <p:spPr>
            <a:xfrm>
              <a:off x="3142369"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0" name="Google Shape;3330;p22"/>
            <p:cNvSpPr/>
            <p:nvPr/>
          </p:nvSpPr>
          <p:spPr>
            <a:xfrm>
              <a:off x="3167844"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1" name="Google Shape;3331;p22"/>
            <p:cNvSpPr/>
            <p:nvPr/>
          </p:nvSpPr>
          <p:spPr>
            <a:xfrm>
              <a:off x="3193320"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2" name="Google Shape;3332;p22"/>
            <p:cNvSpPr/>
            <p:nvPr/>
          </p:nvSpPr>
          <p:spPr>
            <a:xfrm>
              <a:off x="3218796"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3" name="Google Shape;3333;p22"/>
            <p:cNvSpPr/>
            <p:nvPr/>
          </p:nvSpPr>
          <p:spPr>
            <a:xfrm>
              <a:off x="3244272"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4" name="Google Shape;3334;p22"/>
            <p:cNvSpPr/>
            <p:nvPr/>
          </p:nvSpPr>
          <p:spPr>
            <a:xfrm>
              <a:off x="3269748"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5" name="Google Shape;3335;p22"/>
            <p:cNvSpPr/>
            <p:nvPr/>
          </p:nvSpPr>
          <p:spPr>
            <a:xfrm>
              <a:off x="3295224"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6" name="Google Shape;3336;p22"/>
            <p:cNvSpPr/>
            <p:nvPr/>
          </p:nvSpPr>
          <p:spPr>
            <a:xfrm>
              <a:off x="3320699"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7" name="Google Shape;3337;p22"/>
            <p:cNvSpPr/>
            <p:nvPr/>
          </p:nvSpPr>
          <p:spPr>
            <a:xfrm>
              <a:off x="334617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8" name="Google Shape;3338;p22"/>
            <p:cNvSpPr/>
            <p:nvPr/>
          </p:nvSpPr>
          <p:spPr>
            <a:xfrm>
              <a:off x="3371651"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39" name="Google Shape;3339;p22"/>
            <p:cNvSpPr/>
            <p:nvPr/>
          </p:nvSpPr>
          <p:spPr>
            <a:xfrm>
              <a:off x="3397127"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0" name="Google Shape;3340;p22"/>
            <p:cNvSpPr/>
            <p:nvPr/>
          </p:nvSpPr>
          <p:spPr>
            <a:xfrm>
              <a:off x="3422603"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1" name="Google Shape;3341;p22"/>
            <p:cNvSpPr/>
            <p:nvPr/>
          </p:nvSpPr>
          <p:spPr>
            <a:xfrm>
              <a:off x="3448078"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2" name="Google Shape;3342;p22"/>
            <p:cNvSpPr/>
            <p:nvPr/>
          </p:nvSpPr>
          <p:spPr>
            <a:xfrm>
              <a:off x="3473554"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3" name="Google Shape;3343;p22"/>
            <p:cNvSpPr/>
            <p:nvPr/>
          </p:nvSpPr>
          <p:spPr>
            <a:xfrm>
              <a:off x="3499030"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4" name="Google Shape;3344;p22"/>
            <p:cNvSpPr/>
            <p:nvPr/>
          </p:nvSpPr>
          <p:spPr>
            <a:xfrm>
              <a:off x="3524506"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5" name="Google Shape;3345;p22"/>
            <p:cNvSpPr/>
            <p:nvPr/>
          </p:nvSpPr>
          <p:spPr>
            <a:xfrm>
              <a:off x="3549982"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6" name="Google Shape;3346;p22"/>
            <p:cNvSpPr/>
            <p:nvPr/>
          </p:nvSpPr>
          <p:spPr>
            <a:xfrm>
              <a:off x="3575458"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7" name="Google Shape;3347;p22"/>
            <p:cNvSpPr/>
            <p:nvPr/>
          </p:nvSpPr>
          <p:spPr>
            <a:xfrm>
              <a:off x="3600933"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8" name="Google Shape;3348;p22"/>
            <p:cNvSpPr/>
            <p:nvPr/>
          </p:nvSpPr>
          <p:spPr>
            <a:xfrm>
              <a:off x="3626409"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49" name="Google Shape;3349;p22"/>
            <p:cNvSpPr/>
            <p:nvPr/>
          </p:nvSpPr>
          <p:spPr>
            <a:xfrm>
              <a:off x="365188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0" name="Google Shape;3350;p22"/>
            <p:cNvSpPr/>
            <p:nvPr/>
          </p:nvSpPr>
          <p:spPr>
            <a:xfrm>
              <a:off x="3677361"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1" name="Google Shape;3351;p22"/>
            <p:cNvSpPr/>
            <p:nvPr/>
          </p:nvSpPr>
          <p:spPr>
            <a:xfrm>
              <a:off x="3702837"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2" name="Google Shape;3352;p22"/>
            <p:cNvSpPr/>
            <p:nvPr/>
          </p:nvSpPr>
          <p:spPr>
            <a:xfrm>
              <a:off x="3728312"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3" name="Google Shape;3353;p22"/>
            <p:cNvSpPr/>
            <p:nvPr/>
          </p:nvSpPr>
          <p:spPr>
            <a:xfrm>
              <a:off x="3753788"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4" name="Google Shape;3354;p22"/>
            <p:cNvSpPr/>
            <p:nvPr/>
          </p:nvSpPr>
          <p:spPr>
            <a:xfrm>
              <a:off x="3779264"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5" name="Google Shape;3355;p22"/>
            <p:cNvSpPr/>
            <p:nvPr/>
          </p:nvSpPr>
          <p:spPr>
            <a:xfrm>
              <a:off x="3804740" y="762000"/>
              <a:ext cx="31800" cy="381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6" name="Google Shape;3356;p22"/>
            <p:cNvSpPr/>
            <p:nvPr/>
          </p:nvSpPr>
          <p:spPr>
            <a:xfrm>
              <a:off x="3830216"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7" name="Google Shape;3357;p22"/>
            <p:cNvSpPr/>
            <p:nvPr/>
          </p:nvSpPr>
          <p:spPr>
            <a:xfrm>
              <a:off x="3855692"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8" name="Google Shape;3358;p22"/>
            <p:cNvSpPr/>
            <p:nvPr/>
          </p:nvSpPr>
          <p:spPr>
            <a:xfrm>
              <a:off x="3881167"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59" name="Google Shape;3359;p22"/>
            <p:cNvSpPr/>
            <p:nvPr/>
          </p:nvSpPr>
          <p:spPr>
            <a:xfrm>
              <a:off x="3906643"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0" name="Google Shape;3360;p22"/>
            <p:cNvSpPr/>
            <p:nvPr/>
          </p:nvSpPr>
          <p:spPr>
            <a:xfrm>
              <a:off x="3932119"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1" name="Google Shape;3361;p22"/>
            <p:cNvSpPr/>
            <p:nvPr/>
          </p:nvSpPr>
          <p:spPr>
            <a:xfrm>
              <a:off x="395759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2" name="Google Shape;3362;p22"/>
            <p:cNvSpPr/>
            <p:nvPr/>
          </p:nvSpPr>
          <p:spPr>
            <a:xfrm>
              <a:off x="3983071"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3" name="Google Shape;3363;p22"/>
            <p:cNvSpPr/>
            <p:nvPr/>
          </p:nvSpPr>
          <p:spPr>
            <a:xfrm>
              <a:off x="4008546"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4" name="Google Shape;3364;p22"/>
            <p:cNvSpPr/>
            <p:nvPr/>
          </p:nvSpPr>
          <p:spPr>
            <a:xfrm>
              <a:off x="4034022"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5" name="Google Shape;3365;p22"/>
            <p:cNvSpPr/>
            <p:nvPr/>
          </p:nvSpPr>
          <p:spPr>
            <a:xfrm>
              <a:off x="4059498"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6" name="Google Shape;3366;p22"/>
            <p:cNvSpPr/>
            <p:nvPr/>
          </p:nvSpPr>
          <p:spPr>
            <a:xfrm>
              <a:off x="4084974"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7" name="Google Shape;3367;p22"/>
            <p:cNvSpPr/>
            <p:nvPr/>
          </p:nvSpPr>
          <p:spPr>
            <a:xfrm>
              <a:off x="4110450"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8" name="Google Shape;3368;p22"/>
            <p:cNvSpPr/>
            <p:nvPr/>
          </p:nvSpPr>
          <p:spPr>
            <a:xfrm>
              <a:off x="4135926"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69" name="Google Shape;3369;p22"/>
            <p:cNvSpPr/>
            <p:nvPr/>
          </p:nvSpPr>
          <p:spPr>
            <a:xfrm>
              <a:off x="4161401"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0" name="Google Shape;3370;p22"/>
            <p:cNvSpPr/>
            <p:nvPr/>
          </p:nvSpPr>
          <p:spPr>
            <a:xfrm>
              <a:off x="4186877"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1" name="Google Shape;3371;p22"/>
            <p:cNvSpPr/>
            <p:nvPr/>
          </p:nvSpPr>
          <p:spPr>
            <a:xfrm>
              <a:off x="4212353"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2" name="Google Shape;3372;p22"/>
            <p:cNvSpPr/>
            <p:nvPr/>
          </p:nvSpPr>
          <p:spPr>
            <a:xfrm>
              <a:off x="4237829"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3" name="Google Shape;3373;p22"/>
            <p:cNvSpPr/>
            <p:nvPr/>
          </p:nvSpPr>
          <p:spPr>
            <a:xfrm>
              <a:off x="426330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4" name="Google Shape;3374;p22"/>
            <p:cNvSpPr/>
            <p:nvPr/>
          </p:nvSpPr>
          <p:spPr>
            <a:xfrm>
              <a:off x="4288781"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5" name="Google Shape;3375;p22"/>
            <p:cNvSpPr/>
            <p:nvPr/>
          </p:nvSpPr>
          <p:spPr>
            <a:xfrm>
              <a:off x="4314256"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6" name="Google Shape;3376;p22"/>
            <p:cNvSpPr/>
            <p:nvPr/>
          </p:nvSpPr>
          <p:spPr>
            <a:xfrm>
              <a:off x="4339732"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7" name="Google Shape;3377;p22"/>
            <p:cNvSpPr/>
            <p:nvPr/>
          </p:nvSpPr>
          <p:spPr>
            <a:xfrm>
              <a:off x="4365208"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8" name="Google Shape;3378;p22"/>
            <p:cNvSpPr/>
            <p:nvPr/>
          </p:nvSpPr>
          <p:spPr>
            <a:xfrm>
              <a:off x="4390684"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79" name="Google Shape;3379;p22"/>
            <p:cNvSpPr/>
            <p:nvPr/>
          </p:nvSpPr>
          <p:spPr>
            <a:xfrm>
              <a:off x="4416160"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0" name="Google Shape;3380;p22"/>
            <p:cNvSpPr/>
            <p:nvPr/>
          </p:nvSpPr>
          <p:spPr>
            <a:xfrm>
              <a:off x="444163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1" name="Google Shape;3381;p22"/>
            <p:cNvSpPr/>
            <p:nvPr/>
          </p:nvSpPr>
          <p:spPr>
            <a:xfrm>
              <a:off x="4467111"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2" name="Google Shape;3382;p22"/>
            <p:cNvSpPr/>
            <p:nvPr/>
          </p:nvSpPr>
          <p:spPr>
            <a:xfrm>
              <a:off x="4492587" y="762000"/>
              <a:ext cx="31800" cy="381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3" name="Google Shape;3383;p22"/>
            <p:cNvSpPr/>
            <p:nvPr/>
          </p:nvSpPr>
          <p:spPr>
            <a:xfrm>
              <a:off x="4518063"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4" name="Google Shape;3384;p22"/>
            <p:cNvSpPr/>
            <p:nvPr/>
          </p:nvSpPr>
          <p:spPr>
            <a:xfrm>
              <a:off x="4543539"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5" name="Google Shape;3385;p22"/>
            <p:cNvSpPr/>
            <p:nvPr/>
          </p:nvSpPr>
          <p:spPr>
            <a:xfrm>
              <a:off x="456901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6" name="Google Shape;3386;p22"/>
            <p:cNvSpPr/>
            <p:nvPr/>
          </p:nvSpPr>
          <p:spPr>
            <a:xfrm>
              <a:off x="4594490"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7" name="Google Shape;3387;p22"/>
            <p:cNvSpPr/>
            <p:nvPr/>
          </p:nvSpPr>
          <p:spPr>
            <a:xfrm>
              <a:off x="4619966"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8" name="Google Shape;3388;p22"/>
            <p:cNvSpPr/>
            <p:nvPr/>
          </p:nvSpPr>
          <p:spPr>
            <a:xfrm>
              <a:off x="4645442"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89" name="Google Shape;3389;p22"/>
            <p:cNvSpPr/>
            <p:nvPr/>
          </p:nvSpPr>
          <p:spPr>
            <a:xfrm>
              <a:off x="4670918"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0" name="Google Shape;3390;p22"/>
            <p:cNvSpPr/>
            <p:nvPr/>
          </p:nvSpPr>
          <p:spPr>
            <a:xfrm>
              <a:off x="4696394"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1" name="Google Shape;3391;p22"/>
            <p:cNvSpPr/>
            <p:nvPr/>
          </p:nvSpPr>
          <p:spPr>
            <a:xfrm>
              <a:off x="4721869"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2" name="Google Shape;3392;p22"/>
            <p:cNvSpPr/>
            <p:nvPr/>
          </p:nvSpPr>
          <p:spPr>
            <a:xfrm>
              <a:off x="474734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3" name="Google Shape;3393;p22"/>
            <p:cNvSpPr/>
            <p:nvPr/>
          </p:nvSpPr>
          <p:spPr>
            <a:xfrm>
              <a:off x="4772821"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4" name="Google Shape;3394;p22"/>
            <p:cNvSpPr/>
            <p:nvPr/>
          </p:nvSpPr>
          <p:spPr>
            <a:xfrm>
              <a:off x="4798297"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5" name="Google Shape;3395;p22"/>
            <p:cNvSpPr/>
            <p:nvPr/>
          </p:nvSpPr>
          <p:spPr>
            <a:xfrm>
              <a:off x="4823773" y="762000"/>
              <a:ext cx="31800" cy="38100"/>
            </a:xfrm>
            <a:prstGeom prst="rect">
              <a:avLst/>
            </a:prstGeom>
            <a:solidFill>
              <a:srgbClr val="51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6" name="Google Shape;3396;p22"/>
            <p:cNvSpPr/>
            <p:nvPr/>
          </p:nvSpPr>
          <p:spPr>
            <a:xfrm>
              <a:off x="4849249"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7" name="Google Shape;3397;p22"/>
            <p:cNvSpPr/>
            <p:nvPr/>
          </p:nvSpPr>
          <p:spPr>
            <a:xfrm>
              <a:off x="4874724"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8" name="Google Shape;3398;p22"/>
            <p:cNvSpPr/>
            <p:nvPr/>
          </p:nvSpPr>
          <p:spPr>
            <a:xfrm>
              <a:off x="4900200"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399" name="Google Shape;3399;p22"/>
            <p:cNvSpPr/>
            <p:nvPr/>
          </p:nvSpPr>
          <p:spPr>
            <a:xfrm>
              <a:off x="4925676"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0" name="Google Shape;3400;p22"/>
            <p:cNvSpPr/>
            <p:nvPr/>
          </p:nvSpPr>
          <p:spPr>
            <a:xfrm>
              <a:off x="4951152"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1" name="Google Shape;3401;p22"/>
            <p:cNvSpPr/>
            <p:nvPr/>
          </p:nvSpPr>
          <p:spPr>
            <a:xfrm>
              <a:off x="4976628"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2" name="Google Shape;3402;p22"/>
            <p:cNvSpPr/>
            <p:nvPr/>
          </p:nvSpPr>
          <p:spPr>
            <a:xfrm>
              <a:off x="5002104"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3" name="Google Shape;3403;p22"/>
            <p:cNvSpPr/>
            <p:nvPr/>
          </p:nvSpPr>
          <p:spPr>
            <a:xfrm>
              <a:off x="5027579"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4" name="Google Shape;3404;p22"/>
            <p:cNvSpPr/>
            <p:nvPr/>
          </p:nvSpPr>
          <p:spPr>
            <a:xfrm>
              <a:off x="505305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5" name="Google Shape;3405;p22"/>
            <p:cNvSpPr/>
            <p:nvPr/>
          </p:nvSpPr>
          <p:spPr>
            <a:xfrm>
              <a:off x="5078531"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6" name="Google Shape;3406;p22"/>
            <p:cNvSpPr/>
            <p:nvPr/>
          </p:nvSpPr>
          <p:spPr>
            <a:xfrm>
              <a:off x="5104007"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7" name="Google Shape;3407;p22"/>
            <p:cNvSpPr/>
            <p:nvPr/>
          </p:nvSpPr>
          <p:spPr>
            <a:xfrm>
              <a:off x="5129483"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8" name="Google Shape;3408;p22"/>
            <p:cNvSpPr/>
            <p:nvPr/>
          </p:nvSpPr>
          <p:spPr>
            <a:xfrm>
              <a:off x="5154958" y="762000"/>
              <a:ext cx="31800" cy="381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09" name="Google Shape;3409;p22"/>
            <p:cNvSpPr/>
            <p:nvPr/>
          </p:nvSpPr>
          <p:spPr>
            <a:xfrm>
              <a:off x="5180434"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0" name="Google Shape;3410;p22"/>
            <p:cNvSpPr/>
            <p:nvPr/>
          </p:nvSpPr>
          <p:spPr>
            <a:xfrm>
              <a:off x="5205910"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1" name="Google Shape;3411;p22"/>
            <p:cNvSpPr/>
            <p:nvPr/>
          </p:nvSpPr>
          <p:spPr>
            <a:xfrm>
              <a:off x="5231386"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2" name="Google Shape;3412;p22"/>
            <p:cNvSpPr/>
            <p:nvPr/>
          </p:nvSpPr>
          <p:spPr>
            <a:xfrm>
              <a:off x="5256862"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3" name="Google Shape;3413;p22"/>
            <p:cNvSpPr/>
            <p:nvPr/>
          </p:nvSpPr>
          <p:spPr>
            <a:xfrm>
              <a:off x="5282338"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4" name="Google Shape;3414;p22"/>
            <p:cNvSpPr/>
            <p:nvPr/>
          </p:nvSpPr>
          <p:spPr>
            <a:xfrm>
              <a:off x="5307813"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5" name="Google Shape;3415;p22"/>
            <p:cNvSpPr/>
            <p:nvPr/>
          </p:nvSpPr>
          <p:spPr>
            <a:xfrm>
              <a:off x="5333289"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416" name="Google Shape;3416;p22"/>
          <p:cNvSpPr txBox="1"/>
          <p:nvPr/>
        </p:nvSpPr>
        <p:spPr>
          <a:xfrm>
            <a:off x="142875" y="796259"/>
            <a:ext cx="86679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1600" dirty="0">
                <a:solidFill>
                  <a:srgbClr val="333333"/>
                </a:solidFill>
              </a:rPr>
              <a:t>Focus on **financial defense**, not speculative prediction</a:t>
            </a:r>
            <a:endParaRPr sz="1600" dirty="0">
              <a:solidFill>
                <a:srgbClr val="333333"/>
              </a:solidFill>
            </a:endParaRPr>
          </a:p>
        </p:txBody>
      </p:sp>
      <p:sp>
        <p:nvSpPr>
          <p:cNvPr id="3417" name="Google Shape;3417;p22"/>
          <p:cNvSpPr/>
          <p:nvPr/>
        </p:nvSpPr>
        <p:spPr>
          <a:xfrm>
            <a:off x="4505947" y="1162790"/>
            <a:ext cx="2787600" cy="1224617"/>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18" name="Google Shape;3418;p22"/>
          <p:cNvSpPr txBox="1"/>
          <p:nvPr/>
        </p:nvSpPr>
        <p:spPr>
          <a:xfrm>
            <a:off x="4658871" y="1162790"/>
            <a:ext cx="25020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dirty="0">
                <a:solidFill>
                  <a:srgbClr val="99A2A3"/>
                </a:solidFill>
              </a:rPr>
              <a:t>BTC Holdings</a:t>
            </a:r>
            <a:endParaRPr dirty="0">
              <a:solidFill>
                <a:srgbClr val="99A2A3"/>
              </a:solidFill>
            </a:endParaRPr>
          </a:p>
        </p:txBody>
      </p:sp>
      <p:sp>
        <p:nvSpPr>
          <p:cNvPr id="3419" name="Google Shape;3419;p22"/>
          <p:cNvSpPr txBox="1"/>
          <p:nvPr/>
        </p:nvSpPr>
        <p:spPr>
          <a:xfrm>
            <a:off x="4658871" y="1396589"/>
            <a:ext cx="2502000" cy="76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3200" b="1" dirty="0">
                <a:solidFill>
                  <a:srgbClr val="333333"/>
                </a:solidFill>
              </a:rPr>
              <a:t>100 BTC</a:t>
            </a:r>
            <a:endParaRPr sz="3200" b="1" dirty="0">
              <a:solidFill>
                <a:srgbClr val="333333"/>
              </a:solidFill>
            </a:endParaRPr>
          </a:p>
        </p:txBody>
      </p:sp>
      <p:sp>
        <p:nvSpPr>
          <p:cNvPr id="3421" name="Google Shape;3421;p22"/>
          <p:cNvSpPr/>
          <p:nvPr/>
        </p:nvSpPr>
        <p:spPr>
          <a:xfrm>
            <a:off x="4505947" y="2437917"/>
            <a:ext cx="2787600" cy="1224617"/>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2" name="Google Shape;3422;p22"/>
          <p:cNvSpPr txBox="1"/>
          <p:nvPr/>
        </p:nvSpPr>
        <p:spPr>
          <a:xfrm>
            <a:off x="4658871" y="2437917"/>
            <a:ext cx="25020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dirty="0">
                <a:solidFill>
                  <a:srgbClr val="99A2A3"/>
                </a:solidFill>
              </a:rPr>
              <a:t>Hedge Ratio</a:t>
            </a:r>
            <a:endParaRPr dirty="0">
              <a:solidFill>
                <a:srgbClr val="99A2A3"/>
              </a:solidFill>
            </a:endParaRPr>
          </a:p>
        </p:txBody>
      </p:sp>
      <p:sp>
        <p:nvSpPr>
          <p:cNvPr id="3423" name="Google Shape;3423;p22"/>
          <p:cNvSpPr txBox="1"/>
          <p:nvPr/>
        </p:nvSpPr>
        <p:spPr>
          <a:xfrm>
            <a:off x="4658871" y="2671716"/>
            <a:ext cx="2502000" cy="76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3200" b="1">
                <a:solidFill>
                  <a:srgbClr val="333333"/>
                </a:solidFill>
              </a:rPr>
              <a:t>70 %</a:t>
            </a:r>
            <a:endParaRPr sz="3200" b="1">
              <a:solidFill>
                <a:srgbClr val="333333"/>
              </a:solidFill>
            </a:endParaRPr>
          </a:p>
        </p:txBody>
      </p:sp>
      <p:sp>
        <p:nvSpPr>
          <p:cNvPr id="3425" name="Google Shape;3425;p22"/>
          <p:cNvSpPr/>
          <p:nvPr/>
        </p:nvSpPr>
        <p:spPr>
          <a:xfrm>
            <a:off x="4505947" y="3754989"/>
            <a:ext cx="2787600" cy="1224617"/>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26" name="Google Shape;3426;p22"/>
          <p:cNvSpPr txBox="1"/>
          <p:nvPr/>
        </p:nvSpPr>
        <p:spPr>
          <a:xfrm>
            <a:off x="4658871" y="3754989"/>
            <a:ext cx="2502000" cy="33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a:solidFill>
                  <a:srgbClr val="99A2A3"/>
                </a:solidFill>
              </a:rPr>
              <a:t>Net Delta</a:t>
            </a:r>
            <a:endParaRPr>
              <a:solidFill>
                <a:srgbClr val="99A2A3"/>
              </a:solidFill>
            </a:endParaRPr>
          </a:p>
        </p:txBody>
      </p:sp>
      <p:sp>
        <p:nvSpPr>
          <p:cNvPr id="3427" name="Google Shape;3427;p22"/>
          <p:cNvSpPr txBox="1"/>
          <p:nvPr/>
        </p:nvSpPr>
        <p:spPr>
          <a:xfrm>
            <a:off x="4658871" y="3988788"/>
            <a:ext cx="2502000" cy="76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3200" b="1">
                <a:solidFill>
                  <a:srgbClr val="333333"/>
                </a:solidFill>
              </a:rPr>
              <a:t>+40</a:t>
            </a:r>
            <a:endParaRPr sz="3200" b="1">
              <a:solidFill>
                <a:srgbClr val="333333"/>
              </a:solidFill>
            </a:endParaRPr>
          </a:p>
        </p:txBody>
      </p:sp>
      <p:grpSp>
        <p:nvGrpSpPr>
          <p:cNvPr id="3429" name="Google Shape;3429;p22"/>
          <p:cNvGrpSpPr/>
          <p:nvPr/>
        </p:nvGrpSpPr>
        <p:grpSpPr>
          <a:xfrm>
            <a:off x="0" y="5086350"/>
            <a:ext cx="9150400" cy="57300"/>
            <a:chOff x="0" y="5086350"/>
            <a:chExt cx="9150400" cy="57300"/>
          </a:xfrm>
        </p:grpSpPr>
        <p:sp>
          <p:nvSpPr>
            <p:cNvPr id="3430" name="Google Shape;3430;p22"/>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1" name="Google Shape;3431;p22"/>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2" name="Google Shape;3432;p22"/>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3" name="Google Shape;3433;p22"/>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4" name="Google Shape;3434;p22"/>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5" name="Google Shape;3435;p22"/>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6" name="Google Shape;3436;p22"/>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7" name="Google Shape;3437;p22"/>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8" name="Google Shape;3438;p22"/>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39" name="Google Shape;3439;p22"/>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0" name="Google Shape;3440;p22"/>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1" name="Google Shape;3441;p22"/>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2" name="Google Shape;3442;p22"/>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3" name="Google Shape;3443;p22"/>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4" name="Google Shape;3444;p22"/>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5" name="Google Shape;3445;p22"/>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6" name="Google Shape;3446;p22"/>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7" name="Google Shape;3447;p22"/>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8" name="Google Shape;3448;p22"/>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49" name="Google Shape;3449;p22"/>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0" name="Google Shape;3450;p22"/>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1" name="Google Shape;3451;p22"/>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2" name="Google Shape;3452;p22"/>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3" name="Google Shape;3453;p22"/>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4" name="Google Shape;3454;p22"/>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5" name="Google Shape;3455;p22"/>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6" name="Google Shape;3456;p22"/>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7" name="Google Shape;3457;p22"/>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8" name="Google Shape;3458;p22"/>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9" name="Google Shape;3459;p22"/>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0" name="Google Shape;3460;p22"/>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1" name="Google Shape;3461;p22"/>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2" name="Google Shape;3462;p22"/>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3" name="Google Shape;3463;p22"/>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4" name="Google Shape;3464;p22"/>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5" name="Google Shape;3465;p22"/>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6" name="Google Shape;3466;p22"/>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7" name="Google Shape;3467;p22"/>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8" name="Google Shape;3468;p22"/>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69" name="Google Shape;3469;p22"/>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0" name="Google Shape;3470;p22"/>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1" name="Google Shape;3471;p22"/>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2" name="Google Shape;3472;p22"/>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3" name="Google Shape;3473;p22"/>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4" name="Google Shape;3474;p22"/>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5" name="Google Shape;3475;p22"/>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6" name="Google Shape;3476;p22"/>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7" name="Google Shape;3477;p22"/>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8" name="Google Shape;3478;p22"/>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79" name="Google Shape;3479;p22"/>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0" name="Google Shape;3480;p22"/>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1" name="Google Shape;3481;p22"/>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2" name="Google Shape;3482;p22"/>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3" name="Google Shape;3483;p22"/>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4" name="Google Shape;3484;p22"/>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5" name="Google Shape;3485;p22"/>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6" name="Google Shape;3486;p22"/>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7" name="Google Shape;3487;p22"/>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8" name="Google Shape;3488;p22"/>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89" name="Google Shape;3489;p22"/>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0" name="Google Shape;3490;p22"/>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1" name="Google Shape;3491;p22"/>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2" name="Google Shape;3492;p22"/>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3" name="Google Shape;3493;p22"/>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4" name="Google Shape;3494;p22"/>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5" name="Google Shape;3495;p22"/>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6" name="Google Shape;3496;p22"/>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7" name="Google Shape;3497;p22"/>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8" name="Google Shape;3498;p22"/>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99" name="Google Shape;3499;p22"/>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0" name="Google Shape;3500;p22"/>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1" name="Google Shape;3501;p22"/>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2" name="Google Shape;3502;p22"/>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3" name="Google Shape;3503;p22"/>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4" name="Google Shape;3504;p22"/>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5" name="Google Shape;3505;p22"/>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6" name="Google Shape;3506;p22"/>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7" name="Google Shape;3507;p22"/>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8" name="Google Shape;3508;p22"/>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09" name="Google Shape;3509;p22"/>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0" name="Google Shape;3510;p22"/>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1" name="Google Shape;3511;p22"/>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2" name="Google Shape;3512;p22"/>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3" name="Google Shape;3513;p22"/>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4" name="Google Shape;3514;p22"/>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5" name="Google Shape;3515;p22"/>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6" name="Google Shape;3516;p22"/>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7" name="Google Shape;3517;p22"/>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8" name="Google Shape;3518;p22"/>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19" name="Google Shape;3519;p22"/>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0" name="Google Shape;3520;p22"/>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1" name="Google Shape;3521;p22"/>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2" name="Google Shape;3522;p22"/>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3" name="Google Shape;3523;p22"/>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4" name="Google Shape;3524;p22"/>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5" name="Google Shape;3525;p22"/>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6" name="Google Shape;3526;p22"/>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7" name="Google Shape;3527;p22"/>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8" name="Google Shape;3528;p22"/>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29" name="Google Shape;3529;p22"/>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0" name="Google Shape;3530;p22"/>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1" name="Google Shape;3531;p22"/>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2" name="Google Shape;3532;p22"/>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3" name="Google Shape;3533;p22"/>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4" name="Google Shape;3534;p22"/>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5" name="Google Shape;3535;p22"/>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6" name="Google Shape;3536;p22"/>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7" name="Google Shape;3537;p22"/>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8" name="Google Shape;3538;p22"/>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39" name="Google Shape;3539;p22"/>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0" name="Google Shape;3540;p22"/>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1" name="Google Shape;3541;p22"/>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2" name="Google Shape;3542;p22"/>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3" name="Google Shape;3543;p22"/>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4" name="Google Shape;3544;p22"/>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5" name="Google Shape;3545;p22"/>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6" name="Google Shape;3546;p22"/>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7" name="Google Shape;3547;p22"/>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8" name="Google Shape;3548;p22"/>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9" name="Google Shape;3549;p22"/>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0" name="Google Shape;3550;p22"/>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1" name="Google Shape;3551;p22"/>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2" name="Google Shape;3552;p22"/>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3" name="Google Shape;3553;p22"/>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4" name="Google Shape;3554;p22"/>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5" name="Google Shape;3555;p22"/>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6" name="Google Shape;3556;p22"/>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7" name="Google Shape;3557;p22"/>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8" name="Google Shape;3558;p22"/>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59" name="Google Shape;3559;p22"/>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0" name="Google Shape;3560;p22"/>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1" name="Google Shape;3561;p22"/>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2" name="Google Shape;3562;p22"/>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3" name="Google Shape;3563;p22"/>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4" name="Google Shape;3564;p22"/>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5" name="Google Shape;3565;p22"/>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6" name="Google Shape;3566;p22"/>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7" name="Google Shape;3567;p22"/>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8" name="Google Shape;3568;p22"/>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69" name="Google Shape;3569;p22"/>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0" name="Google Shape;3570;p22"/>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1" name="Google Shape;3571;p22"/>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2" name="Google Shape;3572;p22"/>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3" name="Google Shape;3573;p22"/>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4" name="Google Shape;3574;p22"/>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5" name="Google Shape;3575;p22"/>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6" name="Google Shape;3576;p22"/>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7" name="Google Shape;3577;p22"/>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8" name="Google Shape;3578;p22"/>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79" name="Google Shape;3579;p22"/>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0" name="Google Shape;3580;p22"/>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1" name="Google Shape;3581;p22"/>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2" name="Google Shape;3582;p22"/>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3" name="Google Shape;3583;p22"/>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4" name="Google Shape;3584;p22"/>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5" name="Google Shape;3585;p22"/>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6" name="Google Shape;3586;p22"/>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7" name="Google Shape;3587;p22"/>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8" name="Google Shape;3588;p22"/>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89" name="Google Shape;3589;p22"/>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0" name="Google Shape;3590;p22"/>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1" name="Google Shape;3591;p22"/>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2" name="Google Shape;3592;p22"/>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3" name="Google Shape;3593;p22"/>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4" name="Google Shape;3594;p22"/>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5" name="Google Shape;3595;p22"/>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6" name="Google Shape;3596;p22"/>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7" name="Google Shape;3597;p22"/>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8" name="Google Shape;3598;p22"/>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99" name="Google Shape;3599;p22"/>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0" name="Google Shape;3600;p22"/>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1" name="Google Shape;3601;p22"/>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2" name="Google Shape;3602;p22"/>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3" name="Google Shape;3603;p22"/>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4" name="Google Shape;3604;p22"/>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5" name="Google Shape;3605;p22"/>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6" name="Google Shape;3606;p22"/>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7" name="Google Shape;3607;p22"/>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8" name="Google Shape;3608;p22"/>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09" name="Google Shape;3609;p22"/>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0" name="Google Shape;3610;p22"/>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1" name="Google Shape;3611;p22"/>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2" name="Google Shape;3612;p22"/>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3" name="Google Shape;3613;p22"/>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4" name="Google Shape;3614;p22"/>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5" name="Google Shape;3615;p22"/>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6" name="Google Shape;3616;p22"/>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7" name="Google Shape;3617;p22"/>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8" name="Google Shape;3618;p22"/>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19" name="Google Shape;3619;p22"/>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0" name="Google Shape;3620;p22"/>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1" name="Google Shape;3621;p22"/>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2" name="Google Shape;3622;p22"/>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3" name="Google Shape;3623;p22"/>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4" name="Google Shape;3624;p22"/>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5" name="Google Shape;3625;p22"/>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6" name="Google Shape;3626;p22"/>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7" name="Google Shape;3627;p22"/>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8" name="Google Shape;3628;p22"/>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29" name="Google Shape;3629;p22"/>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0" name="Google Shape;3630;p22"/>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1" name="Google Shape;3631;p22"/>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2" name="Google Shape;3632;p22"/>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3" name="Google Shape;3633;p22"/>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4" name="Google Shape;3634;p22"/>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5" name="Google Shape;3635;p22"/>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6" name="Google Shape;3636;p22"/>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7" name="Google Shape;3637;p22"/>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8" name="Google Shape;3638;p22"/>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39" name="Google Shape;3639;p22"/>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0" name="Google Shape;3640;p22"/>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1" name="Google Shape;3641;p22"/>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2" name="Google Shape;3642;p22"/>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3" name="Google Shape;3643;p22"/>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4" name="Google Shape;3644;p22"/>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5" name="Google Shape;3645;p22"/>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6" name="Google Shape;3646;p22"/>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7" name="Google Shape;3647;p22"/>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8" name="Google Shape;3648;p22"/>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49" name="Google Shape;3649;p22"/>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0" name="Google Shape;3650;p22"/>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1" name="Google Shape;3651;p22"/>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2" name="Google Shape;3652;p22"/>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3" name="Google Shape;3653;p22"/>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4" name="Google Shape;3654;p22"/>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5" name="Google Shape;3655;p22"/>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6" name="Google Shape;3656;p22"/>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7" name="Google Shape;3657;p22"/>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8" name="Google Shape;3658;p22"/>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59" name="Google Shape;3659;p22"/>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0" name="Google Shape;3660;p22"/>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1" name="Google Shape;3661;p22"/>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2" name="Google Shape;3662;p22"/>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3" name="Google Shape;3663;p22"/>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4" name="Google Shape;3664;p22"/>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5" name="Google Shape;3665;p22"/>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6" name="Google Shape;3666;p22"/>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7" name="Google Shape;3667;p22"/>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8" name="Google Shape;3668;p22"/>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9" name="Google Shape;3669;p22"/>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0" name="Google Shape;3670;p22"/>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1" name="Google Shape;3671;p22"/>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2" name="Google Shape;3672;p22"/>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3" name="Google Shape;3673;p22"/>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4" name="Google Shape;3674;p22"/>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5" name="Google Shape;3675;p22"/>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6" name="Google Shape;3676;p22"/>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7" name="Google Shape;3677;p22"/>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8" name="Google Shape;3678;p22"/>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79" name="Google Shape;3679;p22"/>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0" name="Google Shape;3680;p22"/>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1" name="Google Shape;3681;p22"/>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2" name="Google Shape;3682;p22"/>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3" name="Google Shape;3683;p22"/>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4" name="Google Shape;3684;p22"/>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5" name="Google Shape;3685;p22"/>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6" name="Google Shape;3686;p22"/>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7" name="Google Shape;3687;p22"/>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8" name="Google Shape;3688;p22"/>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89" name="Google Shape;3689;p22"/>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0" name="Google Shape;3690;p22"/>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1" name="Google Shape;3691;p22"/>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2" name="Google Shape;3692;p22"/>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3" name="Google Shape;3693;p22"/>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4" name="Google Shape;3694;p22"/>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5" name="Google Shape;3695;p22"/>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6" name="Google Shape;3696;p22"/>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7" name="Google Shape;3697;p22"/>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8" name="Google Shape;3698;p22"/>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99" name="Google Shape;3699;p22"/>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0" name="Google Shape;3700;p22"/>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1" name="Google Shape;3701;p22"/>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2" name="Google Shape;3702;p22"/>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3" name="Google Shape;3703;p22"/>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4" name="Google Shape;3704;p22"/>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5" name="Google Shape;3705;p22"/>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6" name="Google Shape;3706;p22"/>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7" name="Google Shape;3707;p22"/>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8" name="Google Shape;3708;p22"/>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09" name="Google Shape;3709;p22"/>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0" name="Google Shape;3710;p22"/>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1" name="Google Shape;3711;p22"/>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2" name="Google Shape;3712;p22"/>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3" name="Google Shape;3713;p22"/>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4" name="Google Shape;3714;p22"/>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5" name="Google Shape;3715;p22"/>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6" name="Google Shape;3716;p22"/>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7" name="Google Shape;3717;p22"/>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8" name="Google Shape;3718;p22"/>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19" name="Google Shape;3719;p22"/>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0" name="Google Shape;3720;p22"/>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1" name="Google Shape;3721;p22"/>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2" name="Google Shape;3722;p22"/>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3" name="Google Shape;3723;p22"/>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4" name="Google Shape;3724;p22"/>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5" name="Google Shape;3725;p22"/>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6" name="Google Shape;3726;p22"/>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7" name="Google Shape;3727;p22"/>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8" name="Google Shape;3728;p22"/>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29" name="Google Shape;3729;p22"/>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0" name="Google Shape;3730;p22"/>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1" name="Google Shape;3731;p22"/>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2" name="Google Shape;3732;p22"/>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3" name="Google Shape;3733;p22"/>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4" name="Google Shape;3734;p22"/>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5" name="Google Shape;3735;p22"/>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6" name="Google Shape;3736;p22"/>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7" name="Google Shape;3737;p22"/>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8" name="Google Shape;3738;p22"/>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39" name="Google Shape;3739;p22"/>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0" name="Google Shape;3740;p22"/>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1" name="Google Shape;3741;p22"/>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2" name="Google Shape;3742;p22"/>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3" name="Google Shape;3743;p22"/>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4" name="Google Shape;3744;p22"/>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5" name="Google Shape;3745;p22"/>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6" name="Google Shape;3746;p22"/>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7" name="Google Shape;3747;p22"/>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8" name="Google Shape;3748;p22"/>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49" name="Google Shape;3749;p22"/>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0" name="Google Shape;3750;p22"/>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1" name="Google Shape;3751;p22"/>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2" name="Google Shape;3752;p22"/>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3" name="Google Shape;3753;p22"/>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4" name="Google Shape;3754;p22"/>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5" name="Google Shape;3755;p22"/>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6" name="Google Shape;3756;p22"/>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7" name="Google Shape;3757;p22"/>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8" name="Google Shape;3758;p22"/>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59" name="Google Shape;3759;p22"/>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0" name="Google Shape;3760;p22"/>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1" name="Google Shape;3761;p22"/>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2" name="Google Shape;3762;p22"/>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3" name="Google Shape;3763;p22"/>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4" name="Google Shape;3764;p22"/>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5" name="Google Shape;3765;p22"/>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6" name="Google Shape;3766;p22"/>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7" name="Google Shape;3767;p22"/>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8" name="Google Shape;3768;p22"/>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69" name="Google Shape;3769;p22"/>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0" name="Google Shape;3770;p22"/>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1" name="Google Shape;3771;p22"/>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2" name="Google Shape;3772;p22"/>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3" name="Google Shape;3773;p22"/>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4" name="Google Shape;3774;p22"/>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5" name="Google Shape;3775;p22"/>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6" name="Google Shape;3776;p22"/>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7" name="Google Shape;3777;p22"/>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8" name="Google Shape;3778;p22"/>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79" name="Google Shape;3779;p22"/>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0" name="Google Shape;3780;p22"/>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1" name="Google Shape;3781;p22"/>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2" name="Google Shape;3782;p22"/>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3" name="Google Shape;3783;p22"/>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4" name="Google Shape;3784;p22"/>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5" name="Google Shape;3785;p22"/>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6" name="Google Shape;3786;p22"/>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7" name="Google Shape;3787;p22"/>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8" name="Google Shape;3788;p22"/>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89" name="Google Shape;3789;p22"/>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790" name="Google Shape;3790;p22"/>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3791" name="Google Shape;3791;p22"/>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9</a:t>
            </a:r>
            <a:endParaRPr sz="900">
              <a:solidFill>
                <a:srgbClr val="43DFF4"/>
              </a:solidFill>
            </a:endParaRPr>
          </a:p>
        </p:txBody>
      </p:sp>
      <p:sp>
        <p:nvSpPr>
          <p:cNvPr id="2" name="Google Shape;3416;p22">
            <a:extLst>
              <a:ext uri="{FF2B5EF4-FFF2-40B4-BE49-F238E27FC236}">
                <a16:creationId xmlns:a16="http://schemas.microsoft.com/office/drawing/2014/main" id="{92DFB4F3-7836-C63A-E493-78A238B566D1}"/>
              </a:ext>
            </a:extLst>
          </p:cNvPr>
          <p:cNvSpPr txBox="1"/>
          <p:nvPr/>
        </p:nvSpPr>
        <p:spPr>
          <a:xfrm>
            <a:off x="227766" y="4429125"/>
            <a:ext cx="3363807"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JP" altLang="en-US" sz="1200" dirty="0">
                <a:solidFill>
                  <a:srgbClr val="333333"/>
                </a:solidFill>
              </a:rPr>
              <a:t>●</a:t>
            </a:r>
            <a:r>
              <a:rPr lang="en-US" altLang="ja-JP" sz="1200" dirty="0">
                <a:solidFill>
                  <a:srgbClr val="333333"/>
                </a:solidFill>
              </a:rPr>
              <a:t>The above figures are simulation values.</a:t>
            </a:r>
            <a:endParaRPr sz="1200" dirty="0">
              <a:solidFill>
                <a:srgbClr val="333333"/>
              </a:solidFill>
            </a:endParaRPr>
          </a:p>
        </p:txBody>
      </p:sp>
      <p:sp>
        <p:nvSpPr>
          <p:cNvPr id="3" name="テキスト ボックス 2">
            <a:extLst>
              <a:ext uri="{FF2B5EF4-FFF2-40B4-BE49-F238E27FC236}">
                <a16:creationId xmlns:a16="http://schemas.microsoft.com/office/drawing/2014/main" id="{B18048CE-C928-9B9C-3935-A0E04B28B455}"/>
              </a:ext>
            </a:extLst>
          </p:cNvPr>
          <p:cNvSpPr txBox="1"/>
          <p:nvPr/>
        </p:nvSpPr>
        <p:spPr>
          <a:xfrm>
            <a:off x="741389" y="1969885"/>
            <a:ext cx="2974749" cy="2043380"/>
          </a:xfrm>
          <a:prstGeom prst="rect">
            <a:avLst/>
          </a:prstGeom>
          <a:solidFill>
            <a:schemeClr val="bg1"/>
          </a:solidFill>
          <a:ln>
            <a:solidFill>
              <a:schemeClr val="tx1"/>
            </a:solidFill>
          </a:ln>
        </p:spPr>
        <p:txBody>
          <a:bodyPr wrap="square">
            <a:spAutoFit/>
          </a:bodyPr>
          <a:lstStyle/>
          <a:p>
            <a:pPr>
              <a:lnSpc>
                <a:spcPts val="2200"/>
              </a:lnSpc>
            </a:pPr>
            <a:r>
              <a:rPr lang="en-US" altLang="ja-JP" sz="1600" dirty="0"/>
              <a:t> Risk Hedge Position</a:t>
            </a:r>
          </a:p>
          <a:p>
            <a:pPr>
              <a:lnSpc>
                <a:spcPts val="2200"/>
              </a:lnSpc>
            </a:pPr>
            <a:r>
              <a:rPr lang="en-US" altLang="ja-JP" sz="1600" dirty="0"/>
              <a:t>BTC Spot: 100</a:t>
            </a:r>
          </a:p>
          <a:p>
            <a:pPr>
              <a:lnSpc>
                <a:spcPts val="2200"/>
              </a:lnSpc>
            </a:pPr>
            <a:r>
              <a:rPr lang="en-US" altLang="ja-JP" sz="1600" dirty="0"/>
              <a:t>├ Futures Short: 35</a:t>
            </a:r>
          </a:p>
          <a:p>
            <a:pPr>
              <a:lnSpc>
                <a:spcPts val="2200"/>
              </a:lnSpc>
            </a:pPr>
            <a:r>
              <a:rPr lang="en-US" altLang="ja-JP" sz="1600" dirty="0"/>
              <a:t>├ PUT (Insurance) Long: 25</a:t>
            </a:r>
          </a:p>
          <a:p>
            <a:pPr>
              <a:lnSpc>
                <a:spcPts val="2200"/>
              </a:lnSpc>
            </a:pPr>
            <a:r>
              <a:rPr lang="en-US" altLang="ja-JP" sz="1600" dirty="0"/>
              <a:t>├ Tail PUT Long: 10</a:t>
            </a:r>
          </a:p>
          <a:p>
            <a:pPr>
              <a:lnSpc>
                <a:spcPts val="2200"/>
              </a:lnSpc>
            </a:pPr>
            <a:r>
              <a:rPr lang="en-US" altLang="ja-JP" sz="1600" dirty="0"/>
              <a:t>└ Unhedged: 30 (Upside Capture)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95"/>
        <p:cNvGrpSpPr/>
        <p:nvPr/>
      </p:nvGrpSpPr>
      <p:grpSpPr>
        <a:xfrm>
          <a:off x="0" y="0"/>
          <a:ext cx="0" cy="0"/>
          <a:chOff x="0" y="0"/>
          <a:chExt cx="0" cy="0"/>
        </a:xfrm>
      </p:grpSpPr>
      <p:sp>
        <p:nvSpPr>
          <p:cNvPr id="3796" name="Google Shape;3796;p23"/>
          <p:cNvSpPr txBox="1"/>
          <p:nvPr/>
        </p:nvSpPr>
        <p:spPr>
          <a:xfrm>
            <a:off x="238125" y="190500"/>
            <a:ext cx="7905900" cy="3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2400" b="1" dirty="0">
                <a:solidFill>
                  <a:srgbClr val="333333"/>
                </a:solidFill>
              </a:rPr>
              <a:t>Monthly Treasury P/L Model (Example)</a:t>
            </a:r>
            <a:endParaRPr sz="2400" b="1" dirty="0">
              <a:solidFill>
                <a:srgbClr val="333333"/>
              </a:solidFill>
            </a:endParaRPr>
          </a:p>
        </p:txBody>
      </p:sp>
      <p:grpSp>
        <p:nvGrpSpPr>
          <p:cNvPr id="3797" name="Google Shape;3797;p23"/>
          <p:cNvGrpSpPr/>
          <p:nvPr/>
        </p:nvGrpSpPr>
        <p:grpSpPr>
          <a:xfrm>
            <a:off x="238125" y="762000"/>
            <a:ext cx="4810032" cy="38100"/>
            <a:chOff x="238125" y="762000"/>
            <a:chExt cx="4810032" cy="38100"/>
          </a:xfrm>
        </p:grpSpPr>
        <p:sp>
          <p:nvSpPr>
            <p:cNvPr id="3798" name="Google Shape;3798;p23"/>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99" name="Google Shape;3799;p23"/>
            <p:cNvSpPr/>
            <p:nvPr/>
          </p:nvSpPr>
          <p:spPr>
            <a:xfrm>
              <a:off x="263541"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0" name="Google Shape;3800;p23"/>
            <p:cNvSpPr/>
            <p:nvPr/>
          </p:nvSpPr>
          <p:spPr>
            <a:xfrm>
              <a:off x="288957"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1" name="Google Shape;3801;p23"/>
            <p:cNvSpPr/>
            <p:nvPr/>
          </p:nvSpPr>
          <p:spPr>
            <a:xfrm>
              <a:off x="314373"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2" name="Google Shape;3802;p23"/>
            <p:cNvSpPr/>
            <p:nvPr/>
          </p:nvSpPr>
          <p:spPr>
            <a:xfrm>
              <a:off x="339790"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3" name="Google Shape;3803;p23"/>
            <p:cNvSpPr/>
            <p:nvPr/>
          </p:nvSpPr>
          <p:spPr>
            <a:xfrm>
              <a:off x="365206"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4" name="Google Shape;3804;p23"/>
            <p:cNvSpPr/>
            <p:nvPr/>
          </p:nvSpPr>
          <p:spPr>
            <a:xfrm>
              <a:off x="390622"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5" name="Google Shape;3805;p23"/>
            <p:cNvSpPr/>
            <p:nvPr/>
          </p:nvSpPr>
          <p:spPr>
            <a:xfrm>
              <a:off x="416038"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6" name="Google Shape;3806;p23"/>
            <p:cNvSpPr/>
            <p:nvPr/>
          </p:nvSpPr>
          <p:spPr>
            <a:xfrm>
              <a:off x="441454"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7" name="Google Shape;3807;p23"/>
            <p:cNvSpPr/>
            <p:nvPr/>
          </p:nvSpPr>
          <p:spPr>
            <a:xfrm>
              <a:off x="466870"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8" name="Google Shape;3808;p23"/>
            <p:cNvSpPr/>
            <p:nvPr/>
          </p:nvSpPr>
          <p:spPr>
            <a:xfrm>
              <a:off x="492286"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09" name="Google Shape;3809;p23"/>
            <p:cNvSpPr/>
            <p:nvPr/>
          </p:nvSpPr>
          <p:spPr>
            <a:xfrm>
              <a:off x="517702"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0" name="Google Shape;3810;p23"/>
            <p:cNvSpPr/>
            <p:nvPr/>
          </p:nvSpPr>
          <p:spPr>
            <a:xfrm>
              <a:off x="543119"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1" name="Google Shape;3811;p23"/>
            <p:cNvSpPr/>
            <p:nvPr/>
          </p:nvSpPr>
          <p:spPr>
            <a:xfrm>
              <a:off x="56853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2" name="Google Shape;3812;p23"/>
            <p:cNvSpPr/>
            <p:nvPr/>
          </p:nvSpPr>
          <p:spPr>
            <a:xfrm>
              <a:off x="593951"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3" name="Google Shape;3813;p23"/>
            <p:cNvSpPr/>
            <p:nvPr/>
          </p:nvSpPr>
          <p:spPr>
            <a:xfrm>
              <a:off x="619367"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4" name="Google Shape;3814;p23"/>
            <p:cNvSpPr/>
            <p:nvPr/>
          </p:nvSpPr>
          <p:spPr>
            <a:xfrm>
              <a:off x="644783"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5" name="Google Shape;3815;p23"/>
            <p:cNvSpPr/>
            <p:nvPr/>
          </p:nvSpPr>
          <p:spPr>
            <a:xfrm>
              <a:off x="670199"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6" name="Google Shape;3816;p23"/>
            <p:cNvSpPr/>
            <p:nvPr/>
          </p:nvSpPr>
          <p:spPr>
            <a:xfrm>
              <a:off x="69561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7" name="Google Shape;3817;p23"/>
            <p:cNvSpPr/>
            <p:nvPr/>
          </p:nvSpPr>
          <p:spPr>
            <a:xfrm>
              <a:off x="721031"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8" name="Google Shape;3818;p23"/>
            <p:cNvSpPr/>
            <p:nvPr/>
          </p:nvSpPr>
          <p:spPr>
            <a:xfrm>
              <a:off x="746448"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19" name="Google Shape;3819;p23"/>
            <p:cNvSpPr/>
            <p:nvPr/>
          </p:nvSpPr>
          <p:spPr>
            <a:xfrm>
              <a:off x="771864"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0" name="Google Shape;3820;p23"/>
            <p:cNvSpPr/>
            <p:nvPr/>
          </p:nvSpPr>
          <p:spPr>
            <a:xfrm>
              <a:off x="797280"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1" name="Google Shape;3821;p23"/>
            <p:cNvSpPr/>
            <p:nvPr/>
          </p:nvSpPr>
          <p:spPr>
            <a:xfrm>
              <a:off x="822696"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2" name="Google Shape;3822;p23"/>
            <p:cNvSpPr/>
            <p:nvPr/>
          </p:nvSpPr>
          <p:spPr>
            <a:xfrm>
              <a:off x="848112"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3" name="Google Shape;3823;p23"/>
            <p:cNvSpPr/>
            <p:nvPr/>
          </p:nvSpPr>
          <p:spPr>
            <a:xfrm>
              <a:off x="873528"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4" name="Google Shape;3824;p23"/>
            <p:cNvSpPr/>
            <p:nvPr/>
          </p:nvSpPr>
          <p:spPr>
            <a:xfrm>
              <a:off x="898944"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5" name="Google Shape;3825;p23"/>
            <p:cNvSpPr/>
            <p:nvPr/>
          </p:nvSpPr>
          <p:spPr>
            <a:xfrm>
              <a:off x="924360"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6" name="Google Shape;3826;p23"/>
            <p:cNvSpPr/>
            <p:nvPr/>
          </p:nvSpPr>
          <p:spPr>
            <a:xfrm>
              <a:off x="949777"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7" name="Google Shape;3827;p23"/>
            <p:cNvSpPr/>
            <p:nvPr/>
          </p:nvSpPr>
          <p:spPr>
            <a:xfrm>
              <a:off x="975193"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8" name="Google Shape;3828;p23"/>
            <p:cNvSpPr/>
            <p:nvPr/>
          </p:nvSpPr>
          <p:spPr>
            <a:xfrm>
              <a:off x="1000609"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29" name="Google Shape;3829;p23"/>
            <p:cNvSpPr/>
            <p:nvPr/>
          </p:nvSpPr>
          <p:spPr>
            <a:xfrm>
              <a:off x="1026025" y="762000"/>
              <a:ext cx="31800" cy="381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0" name="Google Shape;3830;p23"/>
            <p:cNvSpPr/>
            <p:nvPr/>
          </p:nvSpPr>
          <p:spPr>
            <a:xfrm>
              <a:off x="1051441"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1" name="Google Shape;3831;p23"/>
            <p:cNvSpPr/>
            <p:nvPr/>
          </p:nvSpPr>
          <p:spPr>
            <a:xfrm>
              <a:off x="1076857"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2" name="Google Shape;3832;p23"/>
            <p:cNvSpPr/>
            <p:nvPr/>
          </p:nvSpPr>
          <p:spPr>
            <a:xfrm>
              <a:off x="1102273"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3" name="Google Shape;3833;p23"/>
            <p:cNvSpPr/>
            <p:nvPr/>
          </p:nvSpPr>
          <p:spPr>
            <a:xfrm>
              <a:off x="1127689"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4" name="Google Shape;3834;p23"/>
            <p:cNvSpPr/>
            <p:nvPr/>
          </p:nvSpPr>
          <p:spPr>
            <a:xfrm>
              <a:off x="1153106"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5" name="Google Shape;3835;p23"/>
            <p:cNvSpPr/>
            <p:nvPr/>
          </p:nvSpPr>
          <p:spPr>
            <a:xfrm>
              <a:off x="1178522"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6" name="Google Shape;3836;p23"/>
            <p:cNvSpPr/>
            <p:nvPr/>
          </p:nvSpPr>
          <p:spPr>
            <a:xfrm>
              <a:off x="1203938"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7" name="Google Shape;3837;p23"/>
            <p:cNvSpPr/>
            <p:nvPr/>
          </p:nvSpPr>
          <p:spPr>
            <a:xfrm>
              <a:off x="1229354"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8" name="Google Shape;3838;p23"/>
            <p:cNvSpPr/>
            <p:nvPr/>
          </p:nvSpPr>
          <p:spPr>
            <a:xfrm>
              <a:off x="1254770"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39" name="Google Shape;3839;p23"/>
            <p:cNvSpPr/>
            <p:nvPr/>
          </p:nvSpPr>
          <p:spPr>
            <a:xfrm>
              <a:off x="1280186"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0" name="Google Shape;3840;p23"/>
            <p:cNvSpPr/>
            <p:nvPr/>
          </p:nvSpPr>
          <p:spPr>
            <a:xfrm>
              <a:off x="1305602"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1" name="Google Shape;3841;p23"/>
            <p:cNvSpPr/>
            <p:nvPr/>
          </p:nvSpPr>
          <p:spPr>
            <a:xfrm>
              <a:off x="1331018"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2" name="Google Shape;3842;p23"/>
            <p:cNvSpPr/>
            <p:nvPr/>
          </p:nvSpPr>
          <p:spPr>
            <a:xfrm>
              <a:off x="1356435" y="762000"/>
              <a:ext cx="31800" cy="381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3" name="Google Shape;3843;p23"/>
            <p:cNvSpPr/>
            <p:nvPr/>
          </p:nvSpPr>
          <p:spPr>
            <a:xfrm>
              <a:off x="1381851"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4" name="Google Shape;3844;p23"/>
            <p:cNvSpPr/>
            <p:nvPr/>
          </p:nvSpPr>
          <p:spPr>
            <a:xfrm>
              <a:off x="1407267"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5" name="Google Shape;3845;p23"/>
            <p:cNvSpPr/>
            <p:nvPr/>
          </p:nvSpPr>
          <p:spPr>
            <a:xfrm>
              <a:off x="1432683"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6" name="Google Shape;3846;p23"/>
            <p:cNvSpPr/>
            <p:nvPr/>
          </p:nvSpPr>
          <p:spPr>
            <a:xfrm>
              <a:off x="1458099"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7" name="Google Shape;3847;p23"/>
            <p:cNvSpPr/>
            <p:nvPr/>
          </p:nvSpPr>
          <p:spPr>
            <a:xfrm>
              <a:off x="148351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8" name="Google Shape;3848;p23"/>
            <p:cNvSpPr/>
            <p:nvPr/>
          </p:nvSpPr>
          <p:spPr>
            <a:xfrm>
              <a:off x="1508931"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49" name="Google Shape;3849;p23"/>
            <p:cNvSpPr/>
            <p:nvPr/>
          </p:nvSpPr>
          <p:spPr>
            <a:xfrm>
              <a:off x="1534347"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0" name="Google Shape;3850;p23"/>
            <p:cNvSpPr/>
            <p:nvPr/>
          </p:nvSpPr>
          <p:spPr>
            <a:xfrm>
              <a:off x="1559764"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1" name="Google Shape;3851;p23"/>
            <p:cNvSpPr/>
            <p:nvPr/>
          </p:nvSpPr>
          <p:spPr>
            <a:xfrm>
              <a:off x="1585180"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2" name="Google Shape;3852;p23"/>
            <p:cNvSpPr/>
            <p:nvPr/>
          </p:nvSpPr>
          <p:spPr>
            <a:xfrm>
              <a:off x="1610596"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3" name="Google Shape;3853;p23"/>
            <p:cNvSpPr/>
            <p:nvPr/>
          </p:nvSpPr>
          <p:spPr>
            <a:xfrm>
              <a:off x="1636012"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4" name="Google Shape;3854;p23"/>
            <p:cNvSpPr/>
            <p:nvPr/>
          </p:nvSpPr>
          <p:spPr>
            <a:xfrm>
              <a:off x="1661428" y="762000"/>
              <a:ext cx="31800" cy="381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5" name="Google Shape;3855;p23"/>
            <p:cNvSpPr/>
            <p:nvPr/>
          </p:nvSpPr>
          <p:spPr>
            <a:xfrm>
              <a:off x="1686844"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6" name="Google Shape;3856;p23"/>
            <p:cNvSpPr/>
            <p:nvPr/>
          </p:nvSpPr>
          <p:spPr>
            <a:xfrm>
              <a:off x="1712260"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7" name="Google Shape;3857;p23"/>
            <p:cNvSpPr/>
            <p:nvPr/>
          </p:nvSpPr>
          <p:spPr>
            <a:xfrm>
              <a:off x="1737676"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8" name="Google Shape;3858;p23"/>
            <p:cNvSpPr/>
            <p:nvPr/>
          </p:nvSpPr>
          <p:spPr>
            <a:xfrm>
              <a:off x="1763093"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59" name="Google Shape;3859;p23"/>
            <p:cNvSpPr/>
            <p:nvPr/>
          </p:nvSpPr>
          <p:spPr>
            <a:xfrm>
              <a:off x="1788509"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0" name="Google Shape;3860;p23"/>
            <p:cNvSpPr/>
            <p:nvPr/>
          </p:nvSpPr>
          <p:spPr>
            <a:xfrm>
              <a:off x="18139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1" name="Google Shape;3861;p23"/>
            <p:cNvSpPr/>
            <p:nvPr/>
          </p:nvSpPr>
          <p:spPr>
            <a:xfrm>
              <a:off x="1839341"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2" name="Google Shape;3862;p23"/>
            <p:cNvSpPr/>
            <p:nvPr/>
          </p:nvSpPr>
          <p:spPr>
            <a:xfrm>
              <a:off x="1864757"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3" name="Google Shape;3863;p23"/>
            <p:cNvSpPr/>
            <p:nvPr/>
          </p:nvSpPr>
          <p:spPr>
            <a:xfrm>
              <a:off x="1890173"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4" name="Google Shape;3864;p23"/>
            <p:cNvSpPr/>
            <p:nvPr/>
          </p:nvSpPr>
          <p:spPr>
            <a:xfrm>
              <a:off x="1915589"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5" name="Google Shape;3865;p23"/>
            <p:cNvSpPr/>
            <p:nvPr/>
          </p:nvSpPr>
          <p:spPr>
            <a:xfrm>
              <a:off x="1941006"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6" name="Google Shape;3866;p23"/>
            <p:cNvSpPr/>
            <p:nvPr/>
          </p:nvSpPr>
          <p:spPr>
            <a:xfrm>
              <a:off x="1966422"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7" name="Google Shape;3867;p23"/>
            <p:cNvSpPr/>
            <p:nvPr/>
          </p:nvSpPr>
          <p:spPr>
            <a:xfrm>
              <a:off x="1991838" y="762000"/>
              <a:ext cx="31800" cy="381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8" name="Google Shape;3868;p23"/>
            <p:cNvSpPr/>
            <p:nvPr/>
          </p:nvSpPr>
          <p:spPr>
            <a:xfrm>
              <a:off x="2017254"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69" name="Google Shape;3869;p23"/>
            <p:cNvSpPr/>
            <p:nvPr/>
          </p:nvSpPr>
          <p:spPr>
            <a:xfrm>
              <a:off x="2042670"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0" name="Google Shape;3870;p23"/>
            <p:cNvSpPr/>
            <p:nvPr/>
          </p:nvSpPr>
          <p:spPr>
            <a:xfrm>
              <a:off x="2068086"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1" name="Google Shape;3871;p23"/>
            <p:cNvSpPr/>
            <p:nvPr/>
          </p:nvSpPr>
          <p:spPr>
            <a:xfrm>
              <a:off x="2093502"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2" name="Google Shape;3872;p23"/>
            <p:cNvSpPr/>
            <p:nvPr/>
          </p:nvSpPr>
          <p:spPr>
            <a:xfrm>
              <a:off x="2118918"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3" name="Google Shape;3873;p23"/>
            <p:cNvSpPr/>
            <p:nvPr/>
          </p:nvSpPr>
          <p:spPr>
            <a:xfrm>
              <a:off x="214433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4" name="Google Shape;3874;p23"/>
            <p:cNvSpPr/>
            <p:nvPr/>
          </p:nvSpPr>
          <p:spPr>
            <a:xfrm>
              <a:off x="2169751"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5" name="Google Shape;3875;p23"/>
            <p:cNvSpPr/>
            <p:nvPr/>
          </p:nvSpPr>
          <p:spPr>
            <a:xfrm>
              <a:off x="2195167"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6" name="Google Shape;3876;p23"/>
            <p:cNvSpPr/>
            <p:nvPr/>
          </p:nvSpPr>
          <p:spPr>
            <a:xfrm>
              <a:off x="2220583"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7" name="Google Shape;3877;p23"/>
            <p:cNvSpPr/>
            <p:nvPr/>
          </p:nvSpPr>
          <p:spPr>
            <a:xfrm>
              <a:off x="2245999"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8" name="Google Shape;3878;p23"/>
            <p:cNvSpPr/>
            <p:nvPr/>
          </p:nvSpPr>
          <p:spPr>
            <a:xfrm>
              <a:off x="227141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79" name="Google Shape;3879;p23"/>
            <p:cNvSpPr/>
            <p:nvPr/>
          </p:nvSpPr>
          <p:spPr>
            <a:xfrm>
              <a:off x="2296831"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0" name="Google Shape;3880;p23"/>
            <p:cNvSpPr/>
            <p:nvPr/>
          </p:nvSpPr>
          <p:spPr>
            <a:xfrm>
              <a:off x="2322247"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1" name="Google Shape;3881;p23"/>
            <p:cNvSpPr/>
            <p:nvPr/>
          </p:nvSpPr>
          <p:spPr>
            <a:xfrm>
              <a:off x="2347664"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2" name="Google Shape;3882;p23"/>
            <p:cNvSpPr/>
            <p:nvPr/>
          </p:nvSpPr>
          <p:spPr>
            <a:xfrm>
              <a:off x="2373080"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3" name="Google Shape;3883;p23"/>
            <p:cNvSpPr/>
            <p:nvPr/>
          </p:nvSpPr>
          <p:spPr>
            <a:xfrm>
              <a:off x="2398496"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4" name="Google Shape;3884;p23"/>
            <p:cNvSpPr/>
            <p:nvPr/>
          </p:nvSpPr>
          <p:spPr>
            <a:xfrm>
              <a:off x="2423912"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5" name="Google Shape;3885;p23"/>
            <p:cNvSpPr/>
            <p:nvPr/>
          </p:nvSpPr>
          <p:spPr>
            <a:xfrm>
              <a:off x="2449328"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6" name="Google Shape;3886;p23"/>
            <p:cNvSpPr/>
            <p:nvPr/>
          </p:nvSpPr>
          <p:spPr>
            <a:xfrm>
              <a:off x="2474744"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7" name="Google Shape;3887;p23"/>
            <p:cNvSpPr/>
            <p:nvPr/>
          </p:nvSpPr>
          <p:spPr>
            <a:xfrm>
              <a:off x="2500160"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8" name="Google Shape;3888;p23"/>
            <p:cNvSpPr/>
            <p:nvPr/>
          </p:nvSpPr>
          <p:spPr>
            <a:xfrm>
              <a:off x="2525576"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89" name="Google Shape;3889;p23"/>
            <p:cNvSpPr/>
            <p:nvPr/>
          </p:nvSpPr>
          <p:spPr>
            <a:xfrm>
              <a:off x="2550993"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0" name="Google Shape;3890;p23"/>
            <p:cNvSpPr/>
            <p:nvPr/>
          </p:nvSpPr>
          <p:spPr>
            <a:xfrm>
              <a:off x="2576409"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1" name="Google Shape;3891;p23"/>
            <p:cNvSpPr/>
            <p:nvPr/>
          </p:nvSpPr>
          <p:spPr>
            <a:xfrm>
              <a:off x="26018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2" name="Google Shape;3892;p23"/>
            <p:cNvSpPr/>
            <p:nvPr/>
          </p:nvSpPr>
          <p:spPr>
            <a:xfrm>
              <a:off x="2627241"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3" name="Google Shape;3893;p23"/>
            <p:cNvSpPr/>
            <p:nvPr/>
          </p:nvSpPr>
          <p:spPr>
            <a:xfrm>
              <a:off x="2652657"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4" name="Google Shape;3894;p23"/>
            <p:cNvSpPr/>
            <p:nvPr/>
          </p:nvSpPr>
          <p:spPr>
            <a:xfrm>
              <a:off x="2678073"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5" name="Google Shape;3895;p23"/>
            <p:cNvSpPr/>
            <p:nvPr/>
          </p:nvSpPr>
          <p:spPr>
            <a:xfrm>
              <a:off x="2703489"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6" name="Google Shape;3896;p23"/>
            <p:cNvSpPr/>
            <p:nvPr/>
          </p:nvSpPr>
          <p:spPr>
            <a:xfrm>
              <a:off x="272890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7" name="Google Shape;3897;p23"/>
            <p:cNvSpPr/>
            <p:nvPr/>
          </p:nvSpPr>
          <p:spPr>
            <a:xfrm>
              <a:off x="2754322"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8" name="Google Shape;3898;p23"/>
            <p:cNvSpPr/>
            <p:nvPr/>
          </p:nvSpPr>
          <p:spPr>
            <a:xfrm>
              <a:off x="2779738"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899" name="Google Shape;3899;p23"/>
            <p:cNvSpPr/>
            <p:nvPr/>
          </p:nvSpPr>
          <p:spPr>
            <a:xfrm>
              <a:off x="2805154"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0" name="Google Shape;3900;p23"/>
            <p:cNvSpPr/>
            <p:nvPr/>
          </p:nvSpPr>
          <p:spPr>
            <a:xfrm>
              <a:off x="2830570"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1" name="Google Shape;3901;p23"/>
            <p:cNvSpPr/>
            <p:nvPr/>
          </p:nvSpPr>
          <p:spPr>
            <a:xfrm>
              <a:off x="2855986"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2" name="Google Shape;3902;p23"/>
            <p:cNvSpPr/>
            <p:nvPr/>
          </p:nvSpPr>
          <p:spPr>
            <a:xfrm>
              <a:off x="2881402"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3" name="Google Shape;3903;p23"/>
            <p:cNvSpPr/>
            <p:nvPr/>
          </p:nvSpPr>
          <p:spPr>
            <a:xfrm>
              <a:off x="2906818"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4" name="Google Shape;3904;p23"/>
            <p:cNvSpPr/>
            <p:nvPr/>
          </p:nvSpPr>
          <p:spPr>
            <a:xfrm>
              <a:off x="2932234"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5" name="Google Shape;3905;p23"/>
            <p:cNvSpPr/>
            <p:nvPr/>
          </p:nvSpPr>
          <p:spPr>
            <a:xfrm>
              <a:off x="2957651"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6" name="Google Shape;3906;p23"/>
            <p:cNvSpPr/>
            <p:nvPr/>
          </p:nvSpPr>
          <p:spPr>
            <a:xfrm>
              <a:off x="2983067"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7" name="Google Shape;3907;p23"/>
            <p:cNvSpPr/>
            <p:nvPr/>
          </p:nvSpPr>
          <p:spPr>
            <a:xfrm>
              <a:off x="3008483"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8" name="Google Shape;3908;p23"/>
            <p:cNvSpPr/>
            <p:nvPr/>
          </p:nvSpPr>
          <p:spPr>
            <a:xfrm>
              <a:off x="3033899"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09" name="Google Shape;3909;p23"/>
            <p:cNvSpPr/>
            <p:nvPr/>
          </p:nvSpPr>
          <p:spPr>
            <a:xfrm>
              <a:off x="305931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0" name="Google Shape;3910;p23"/>
            <p:cNvSpPr/>
            <p:nvPr/>
          </p:nvSpPr>
          <p:spPr>
            <a:xfrm>
              <a:off x="3084731"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1" name="Google Shape;3911;p23"/>
            <p:cNvSpPr/>
            <p:nvPr/>
          </p:nvSpPr>
          <p:spPr>
            <a:xfrm>
              <a:off x="3110147"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2" name="Google Shape;3912;p23"/>
            <p:cNvSpPr/>
            <p:nvPr/>
          </p:nvSpPr>
          <p:spPr>
            <a:xfrm>
              <a:off x="3135563"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3" name="Google Shape;3913;p23"/>
            <p:cNvSpPr/>
            <p:nvPr/>
          </p:nvSpPr>
          <p:spPr>
            <a:xfrm>
              <a:off x="3160980"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4" name="Google Shape;3914;p23"/>
            <p:cNvSpPr/>
            <p:nvPr/>
          </p:nvSpPr>
          <p:spPr>
            <a:xfrm>
              <a:off x="3186396"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5" name="Google Shape;3915;p23"/>
            <p:cNvSpPr/>
            <p:nvPr/>
          </p:nvSpPr>
          <p:spPr>
            <a:xfrm>
              <a:off x="3211812"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6" name="Google Shape;3916;p23"/>
            <p:cNvSpPr/>
            <p:nvPr/>
          </p:nvSpPr>
          <p:spPr>
            <a:xfrm>
              <a:off x="3237228"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7" name="Google Shape;3917;p23"/>
            <p:cNvSpPr/>
            <p:nvPr/>
          </p:nvSpPr>
          <p:spPr>
            <a:xfrm>
              <a:off x="3262644" y="762000"/>
              <a:ext cx="31800" cy="381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8" name="Google Shape;3918;p23"/>
            <p:cNvSpPr/>
            <p:nvPr/>
          </p:nvSpPr>
          <p:spPr>
            <a:xfrm>
              <a:off x="3288060"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19" name="Google Shape;3919;p23"/>
            <p:cNvSpPr/>
            <p:nvPr/>
          </p:nvSpPr>
          <p:spPr>
            <a:xfrm>
              <a:off x="3313476"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0" name="Google Shape;3920;p23"/>
            <p:cNvSpPr/>
            <p:nvPr/>
          </p:nvSpPr>
          <p:spPr>
            <a:xfrm>
              <a:off x="3338892"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1" name="Google Shape;3921;p23"/>
            <p:cNvSpPr/>
            <p:nvPr/>
          </p:nvSpPr>
          <p:spPr>
            <a:xfrm>
              <a:off x="3364309"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2" name="Google Shape;3922;p23"/>
            <p:cNvSpPr/>
            <p:nvPr/>
          </p:nvSpPr>
          <p:spPr>
            <a:xfrm>
              <a:off x="33897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3" name="Google Shape;3923;p23"/>
            <p:cNvSpPr/>
            <p:nvPr/>
          </p:nvSpPr>
          <p:spPr>
            <a:xfrm>
              <a:off x="3415141"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4" name="Google Shape;3924;p23"/>
            <p:cNvSpPr/>
            <p:nvPr/>
          </p:nvSpPr>
          <p:spPr>
            <a:xfrm>
              <a:off x="3440557"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5" name="Google Shape;3925;p23"/>
            <p:cNvSpPr/>
            <p:nvPr/>
          </p:nvSpPr>
          <p:spPr>
            <a:xfrm>
              <a:off x="3465973"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6" name="Google Shape;3926;p23"/>
            <p:cNvSpPr/>
            <p:nvPr/>
          </p:nvSpPr>
          <p:spPr>
            <a:xfrm>
              <a:off x="3491389"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7" name="Google Shape;3927;p23"/>
            <p:cNvSpPr/>
            <p:nvPr/>
          </p:nvSpPr>
          <p:spPr>
            <a:xfrm>
              <a:off x="351680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8" name="Google Shape;3928;p23"/>
            <p:cNvSpPr/>
            <p:nvPr/>
          </p:nvSpPr>
          <p:spPr>
            <a:xfrm>
              <a:off x="3542222"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29" name="Google Shape;3929;p23"/>
            <p:cNvSpPr/>
            <p:nvPr/>
          </p:nvSpPr>
          <p:spPr>
            <a:xfrm>
              <a:off x="3567638"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0" name="Google Shape;3930;p23"/>
            <p:cNvSpPr/>
            <p:nvPr/>
          </p:nvSpPr>
          <p:spPr>
            <a:xfrm>
              <a:off x="3593054" y="762000"/>
              <a:ext cx="31800" cy="381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1" name="Google Shape;3931;p23"/>
            <p:cNvSpPr/>
            <p:nvPr/>
          </p:nvSpPr>
          <p:spPr>
            <a:xfrm>
              <a:off x="3618470"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2" name="Google Shape;3932;p23"/>
            <p:cNvSpPr/>
            <p:nvPr/>
          </p:nvSpPr>
          <p:spPr>
            <a:xfrm>
              <a:off x="3643886"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3" name="Google Shape;3933;p23"/>
            <p:cNvSpPr/>
            <p:nvPr/>
          </p:nvSpPr>
          <p:spPr>
            <a:xfrm>
              <a:off x="3669302"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4" name="Google Shape;3934;p23"/>
            <p:cNvSpPr/>
            <p:nvPr/>
          </p:nvSpPr>
          <p:spPr>
            <a:xfrm>
              <a:off x="3694718"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5" name="Google Shape;3935;p23"/>
            <p:cNvSpPr/>
            <p:nvPr/>
          </p:nvSpPr>
          <p:spPr>
            <a:xfrm>
              <a:off x="3720134"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6" name="Google Shape;3936;p23"/>
            <p:cNvSpPr/>
            <p:nvPr/>
          </p:nvSpPr>
          <p:spPr>
            <a:xfrm>
              <a:off x="3745551"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7" name="Google Shape;3937;p23"/>
            <p:cNvSpPr/>
            <p:nvPr/>
          </p:nvSpPr>
          <p:spPr>
            <a:xfrm>
              <a:off x="3770967"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8" name="Google Shape;3938;p23"/>
            <p:cNvSpPr/>
            <p:nvPr/>
          </p:nvSpPr>
          <p:spPr>
            <a:xfrm>
              <a:off x="3796383"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39" name="Google Shape;3939;p23"/>
            <p:cNvSpPr/>
            <p:nvPr/>
          </p:nvSpPr>
          <p:spPr>
            <a:xfrm>
              <a:off x="3821799"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0" name="Google Shape;3940;p23"/>
            <p:cNvSpPr/>
            <p:nvPr/>
          </p:nvSpPr>
          <p:spPr>
            <a:xfrm>
              <a:off x="384721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1" name="Google Shape;3941;p23"/>
            <p:cNvSpPr/>
            <p:nvPr/>
          </p:nvSpPr>
          <p:spPr>
            <a:xfrm>
              <a:off x="3872631"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2" name="Google Shape;3942;p23"/>
            <p:cNvSpPr/>
            <p:nvPr/>
          </p:nvSpPr>
          <p:spPr>
            <a:xfrm>
              <a:off x="3898047" y="762000"/>
              <a:ext cx="31800" cy="381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3" name="Google Shape;3943;p23"/>
            <p:cNvSpPr/>
            <p:nvPr/>
          </p:nvSpPr>
          <p:spPr>
            <a:xfrm>
              <a:off x="3923463"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4" name="Google Shape;3944;p23"/>
            <p:cNvSpPr/>
            <p:nvPr/>
          </p:nvSpPr>
          <p:spPr>
            <a:xfrm>
              <a:off x="3948880"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5" name="Google Shape;3945;p23"/>
            <p:cNvSpPr/>
            <p:nvPr/>
          </p:nvSpPr>
          <p:spPr>
            <a:xfrm>
              <a:off x="3974296"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6" name="Google Shape;3946;p23"/>
            <p:cNvSpPr/>
            <p:nvPr/>
          </p:nvSpPr>
          <p:spPr>
            <a:xfrm>
              <a:off x="3999712"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7" name="Google Shape;3947;p23"/>
            <p:cNvSpPr/>
            <p:nvPr/>
          </p:nvSpPr>
          <p:spPr>
            <a:xfrm>
              <a:off x="4025128"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8" name="Google Shape;3948;p23"/>
            <p:cNvSpPr/>
            <p:nvPr/>
          </p:nvSpPr>
          <p:spPr>
            <a:xfrm>
              <a:off x="4050544"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49" name="Google Shape;3949;p23"/>
            <p:cNvSpPr/>
            <p:nvPr/>
          </p:nvSpPr>
          <p:spPr>
            <a:xfrm>
              <a:off x="4075960"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0" name="Google Shape;3950;p23"/>
            <p:cNvSpPr/>
            <p:nvPr/>
          </p:nvSpPr>
          <p:spPr>
            <a:xfrm>
              <a:off x="4101376"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1" name="Google Shape;3951;p23"/>
            <p:cNvSpPr/>
            <p:nvPr/>
          </p:nvSpPr>
          <p:spPr>
            <a:xfrm>
              <a:off x="4126792"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2" name="Google Shape;3952;p23"/>
            <p:cNvSpPr/>
            <p:nvPr/>
          </p:nvSpPr>
          <p:spPr>
            <a:xfrm>
              <a:off x="4152209"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3" name="Google Shape;3953;p23"/>
            <p:cNvSpPr/>
            <p:nvPr/>
          </p:nvSpPr>
          <p:spPr>
            <a:xfrm>
              <a:off x="41776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4" name="Google Shape;3954;p23"/>
            <p:cNvSpPr/>
            <p:nvPr/>
          </p:nvSpPr>
          <p:spPr>
            <a:xfrm>
              <a:off x="4203041"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5" name="Google Shape;3955;p23"/>
            <p:cNvSpPr/>
            <p:nvPr/>
          </p:nvSpPr>
          <p:spPr>
            <a:xfrm>
              <a:off x="4228457" y="762000"/>
              <a:ext cx="31800" cy="381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6" name="Google Shape;3956;p23"/>
            <p:cNvSpPr/>
            <p:nvPr/>
          </p:nvSpPr>
          <p:spPr>
            <a:xfrm>
              <a:off x="4253873"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7" name="Google Shape;3957;p23"/>
            <p:cNvSpPr/>
            <p:nvPr/>
          </p:nvSpPr>
          <p:spPr>
            <a:xfrm>
              <a:off x="4279289"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8" name="Google Shape;3958;p23"/>
            <p:cNvSpPr/>
            <p:nvPr/>
          </p:nvSpPr>
          <p:spPr>
            <a:xfrm>
              <a:off x="430470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59" name="Google Shape;3959;p23"/>
            <p:cNvSpPr/>
            <p:nvPr/>
          </p:nvSpPr>
          <p:spPr>
            <a:xfrm>
              <a:off x="4330121"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0" name="Google Shape;3960;p23"/>
            <p:cNvSpPr/>
            <p:nvPr/>
          </p:nvSpPr>
          <p:spPr>
            <a:xfrm>
              <a:off x="4355538"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1" name="Google Shape;3961;p23"/>
            <p:cNvSpPr/>
            <p:nvPr/>
          </p:nvSpPr>
          <p:spPr>
            <a:xfrm>
              <a:off x="4380954"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2" name="Google Shape;3962;p23"/>
            <p:cNvSpPr/>
            <p:nvPr/>
          </p:nvSpPr>
          <p:spPr>
            <a:xfrm>
              <a:off x="4406370"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3" name="Google Shape;3963;p23"/>
            <p:cNvSpPr/>
            <p:nvPr/>
          </p:nvSpPr>
          <p:spPr>
            <a:xfrm>
              <a:off x="4431786"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4" name="Google Shape;3964;p23"/>
            <p:cNvSpPr/>
            <p:nvPr/>
          </p:nvSpPr>
          <p:spPr>
            <a:xfrm>
              <a:off x="4457202"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5" name="Google Shape;3965;p23"/>
            <p:cNvSpPr/>
            <p:nvPr/>
          </p:nvSpPr>
          <p:spPr>
            <a:xfrm>
              <a:off x="4482618"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6" name="Google Shape;3966;p23"/>
            <p:cNvSpPr/>
            <p:nvPr/>
          </p:nvSpPr>
          <p:spPr>
            <a:xfrm>
              <a:off x="4508034"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7" name="Google Shape;3967;p23"/>
            <p:cNvSpPr/>
            <p:nvPr/>
          </p:nvSpPr>
          <p:spPr>
            <a:xfrm>
              <a:off x="4533450"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8" name="Google Shape;3968;p23"/>
            <p:cNvSpPr/>
            <p:nvPr/>
          </p:nvSpPr>
          <p:spPr>
            <a:xfrm>
              <a:off x="4558867"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69" name="Google Shape;3969;p23"/>
            <p:cNvSpPr/>
            <p:nvPr/>
          </p:nvSpPr>
          <p:spPr>
            <a:xfrm>
              <a:off x="4584283"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0" name="Google Shape;3970;p23"/>
            <p:cNvSpPr/>
            <p:nvPr/>
          </p:nvSpPr>
          <p:spPr>
            <a:xfrm>
              <a:off x="4609699"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1" name="Google Shape;3971;p23"/>
            <p:cNvSpPr/>
            <p:nvPr/>
          </p:nvSpPr>
          <p:spPr>
            <a:xfrm>
              <a:off x="463511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2" name="Google Shape;3972;p23"/>
            <p:cNvSpPr/>
            <p:nvPr/>
          </p:nvSpPr>
          <p:spPr>
            <a:xfrm>
              <a:off x="4660531"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3" name="Google Shape;3973;p23"/>
            <p:cNvSpPr/>
            <p:nvPr/>
          </p:nvSpPr>
          <p:spPr>
            <a:xfrm>
              <a:off x="4685947"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4" name="Google Shape;3974;p23"/>
            <p:cNvSpPr/>
            <p:nvPr/>
          </p:nvSpPr>
          <p:spPr>
            <a:xfrm>
              <a:off x="4711363"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5" name="Google Shape;3975;p23"/>
            <p:cNvSpPr/>
            <p:nvPr/>
          </p:nvSpPr>
          <p:spPr>
            <a:xfrm>
              <a:off x="4736779"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6" name="Google Shape;3976;p23"/>
            <p:cNvSpPr/>
            <p:nvPr/>
          </p:nvSpPr>
          <p:spPr>
            <a:xfrm>
              <a:off x="4762196"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7" name="Google Shape;3977;p23"/>
            <p:cNvSpPr/>
            <p:nvPr/>
          </p:nvSpPr>
          <p:spPr>
            <a:xfrm>
              <a:off x="4787612"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8" name="Google Shape;3978;p23"/>
            <p:cNvSpPr/>
            <p:nvPr/>
          </p:nvSpPr>
          <p:spPr>
            <a:xfrm>
              <a:off x="4813028"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79" name="Google Shape;3979;p23"/>
            <p:cNvSpPr/>
            <p:nvPr/>
          </p:nvSpPr>
          <p:spPr>
            <a:xfrm>
              <a:off x="4838444"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0" name="Google Shape;3980;p23"/>
            <p:cNvSpPr/>
            <p:nvPr/>
          </p:nvSpPr>
          <p:spPr>
            <a:xfrm>
              <a:off x="4863860"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1" name="Google Shape;3981;p23"/>
            <p:cNvSpPr/>
            <p:nvPr/>
          </p:nvSpPr>
          <p:spPr>
            <a:xfrm>
              <a:off x="4889276"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2" name="Google Shape;3982;p23"/>
            <p:cNvSpPr/>
            <p:nvPr/>
          </p:nvSpPr>
          <p:spPr>
            <a:xfrm>
              <a:off x="4914692"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3" name="Google Shape;3983;p23"/>
            <p:cNvSpPr/>
            <p:nvPr/>
          </p:nvSpPr>
          <p:spPr>
            <a:xfrm>
              <a:off x="4940108"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4" name="Google Shape;3984;p23"/>
            <p:cNvSpPr/>
            <p:nvPr/>
          </p:nvSpPr>
          <p:spPr>
            <a:xfrm>
              <a:off x="49655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5" name="Google Shape;3985;p23"/>
            <p:cNvSpPr/>
            <p:nvPr/>
          </p:nvSpPr>
          <p:spPr>
            <a:xfrm>
              <a:off x="4990941"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86" name="Google Shape;3986;p23"/>
            <p:cNvSpPr/>
            <p:nvPr/>
          </p:nvSpPr>
          <p:spPr>
            <a:xfrm>
              <a:off x="5016357"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987" name="Google Shape;3987;p23"/>
          <p:cNvSpPr txBox="1"/>
          <p:nvPr/>
        </p:nvSpPr>
        <p:spPr>
          <a:xfrm>
            <a:off x="238125" y="857250"/>
            <a:ext cx="86679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1600">
                <a:solidFill>
                  <a:srgbClr val="333333"/>
                </a:solidFill>
              </a:rPr>
              <a:t>Even during downturn phases, losses can be reduced by approximately 60%</a:t>
            </a:r>
            <a:endParaRPr sz="1600" dirty="0">
              <a:solidFill>
                <a:srgbClr val="333333"/>
              </a:solidFill>
            </a:endParaRPr>
          </a:p>
        </p:txBody>
      </p:sp>
      <p:graphicFrame>
        <p:nvGraphicFramePr>
          <p:cNvPr id="3988" name="Google Shape;3988;p23"/>
          <p:cNvGraphicFramePr/>
          <p:nvPr>
            <p:extLst>
              <p:ext uri="{D42A27DB-BD31-4B8C-83A1-F6EECF244321}">
                <p14:modId xmlns:p14="http://schemas.microsoft.com/office/powerpoint/2010/main" val="1015452128"/>
              </p:ext>
            </p:extLst>
          </p:nvPr>
        </p:nvGraphicFramePr>
        <p:xfrm>
          <a:off x="238125" y="1581150"/>
          <a:ext cx="8667750" cy="3143250"/>
        </p:xfrm>
        <a:graphic>
          <a:graphicData uri="http://schemas.openxmlformats.org/drawingml/2006/table">
            <a:tbl>
              <a:tblPr>
                <a:noFill/>
                <a:tableStyleId>{555546A6-5EA1-44C9-8737-3352D83F96DF}</a:tableStyleId>
              </a:tblPr>
              <a:tblGrid>
                <a:gridCol w="2889250">
                  <a:extLst>
                    <a:ext uri="{9D8B030D-6E8A-4147-A177-3AD203B41FA5}">
                      <a16:colId xmlns:a16="http://schemas.microsoft.com/office/drawing/2014/main" val="20000"/>
                    </a:ext>
                  </a:extLst>
                </a:gridCol>
                <a:gridCol w="2889250">
                  <a:extLst>
                    <a:ext uri="{9D8B030D-6E8A-4147-A177-3AD203B41FA5}">
                      <a16:colId xmlns:a16="http://schemas.microsoft.com/office/drawing/2014/main" val="20001"/>
                    </a:ext>
                  </a:extLst>
                </a:gridCol>
                <a:gridCol w="2889250">
                  <a:extLst>
                    <a:ext uri="{9D8B030D-6E8A-4147-A177-3AD203B41FA5}">
                      <a16:colId xmlns:a16="http://schemas.microsoft.com/office/drawing/2014/main" val="20002"/>
                    </a:ext>
                  </a:extLst>
                </a:gridCol>
              </a:tblGrid>
              <a:tr h="628650">
                <a:tc>
                  <a:txBody>
                    <a:bodyPr/>
                    <a:lstStyle/>
                    <a:p>
                      <a:pPr marL="0" lvl="0" indent="0" algn="ctr" rtl="0">
                        <a:spcBef>
                          <a:spcPts val="0"/>
                        </a:spcBef>
                        <a:spcAft>
                          <a:spcPts val="0"/>
                        </a:spcAft>
                        <a:buNone/>
                      </a:pPr>
                      <a:r>
                        <a:rPr lang="en-US" altLang="ja" b="1" dirty="0">
                          <a:solidFill>
                            <a:srgbClr val="333333"/>
                          </a:solidFill>
                        </a:rPr>
                        <a:t>Category </a:t>
                      </a:r>
                      <a:endParaRPr b="1" dirty="0">
                        <a:solidFill>
                          <a:srgbClr val="333333"/>
                        </a:solidFill>
                      </a:endParaRPr>
                    </a:p>
                  </a:txBody>
                  <a:tcPr marL="91425" marR="91425" marT="91425" marB="91425" anchor="ctr">
                    <a:solidFill>
                      <a:srgbClr val="EDF2F3"/>
                    </a:solidFill>
                  </a:tcPr>
                </a:tc>
                <a:tc>
                  <a:txBody>
                    <a:bodyPr/>
                    <a:lstStyle/>
                    <a:p>
                      <a:pPr marL="0" lvl="0" indent="0" algn="ctr" rtl="0">
                        <a:spcBef>
                          <a:spcPts val="0"/>
                        </a:spcBef>
                        <a:spcAft>
                          <a:spcPts val="0"/>
                        </a:spcAft>
                        <a:buNone/>
                      </a:pPr>
                      <a:r>
                        <a:rPr lang="en-US" b="1" dirty="0">
                          <a:solidFill>
                            <a:srgbClr val="333333"/>
                          </a:solidFill>
                        </a:rPr>
                        <a:t>At Market -10</a:t>
                      </a:r>
                    </a:p>
                    <a:p>
                      <a:pPr marL="0" lvl="0" indent="0" algn="ctr" rtl="0">
                        <a:spcBef>
                          <a:spcPts val="0"/>
                        </a:spcBef>
                        <a:spcAft>
                          <a:spcPts val="0"/>
                        </a:spcAft>
                        <a:buNone/>
                      </a:pPr>
                      <a:r>
                        <a:rPr lang="en-US" b="1" dirty="0">
                          <a:solidFill>
                            <a:srgbClr val="333333"/>
                          </a:solidFill>
                        </a:rPr>
                        <a:t>(BTC=JPY10 Mill)</a:t>
                      </a:r>
                      <a:endParaRPr b="1" dirty="0">
                        <a:solidFill>
                          <a:srgbClr val="333333"/>
                        </a:solidFill>
                      </a:endParaRPr>
                    </a:p>
                  </a:txBody>
                  <a:tcPr marL="91425" marR="91425" marT="91425" marB="91425" anchor="ctr">
                    <a:solidFill>
                      <a:srgbClr val="EDF2F3"/>
                    </a:solidFill>
                  </a:tcPr>
                </a:tc>
                <a:tc>
                  <a:txBody>
                    <a:bodyPr/>
                    <a:lstStyle/>
                    <a:p>
                      <a:pPr marL="0" lvl="0" indent="0" algn="ctr" rtl="0">
                        <a:spcBef>
                          <a:spcPts val="0"/>
                        </a:spcBef>
                        <a:spcAft>
                          <a:spcPts val="0"/>
                        </a:spcAft>
                        <a:buNone/>
                      </a:pPr>
                      <a:r>
                        <a:rPr lang="en-US" b="1" dirty="0">
                          <a:solidFill>
                            <a:srgbClr val="333333"/>
                          </a:solidFill>
                        </a:rPr>
                        <a:t>Note</a:t>
                      </a:r>
                      <a:endParaRPr b="1" dirty="0">
                        <a:solidFill>
                          <a:srgbClr val="333333"/>
                        </a:solidFill>
                      </a:endParaRPr>
                    </a:p>
                  </a:txBody>
                  <a:tcPr marL="91425" marR="91425" marT="91425" marB="91425" anchor="ctr">
                    <a:solidFill>
                      <a:srgbClr val="EDF2F3"/>
                    </a:solidFill>
                  </a:tcPr>
                </a:tc>
                <a:extLst>
                  <a:ext uri="{0D108BD9-81ED-4DB2-BD59-A6C34878D82A}">
                    <a16:rowId xmlns:a16="http://schemas.microsoft.com/office/drawing/2014/main" val="10000"/>
                  </a:ext>
                </a:extLst>
              </a:tr>
              <a:tr h="628650">
                <a:tc>
                  <a:txBody>
                    <a:bodyPr/>
                    <a:lstStyle/>
                    <a:p>
                      <a:pPr marL="0" lvl="0" indent="0" algn="ctr" rtl="0">
                        <a:spcBef>
                          <a:spcPts val="0"/>
                        </a:spcBef>
                        <a:spcAft>
                          <a:spcPts val="0"/>
                        </a:spcAft>
                        <a:buNone/>
                      </a:pPr>
                      <a:r>
                        <a:rPr lang="en-US" altLang="ja" dirty="0">
                          <a:solidFill>
                            <a:srgbClr val="333333"/>
                          </a:solidFill>
                        </a:rPr>
                        <a:t>Spot Assets</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ja" dirty="0">
                          <a:solidFill>
                            <a:srgbClr val="333333"/>
                          </a:solidFill>
                        </a:rPr>
                        <a:t>▲</a:t>
                      </a:r>
                      <a:r>
                        <a:rPr lang="en-US" altLang="ja" dirty="0">
                          <a:solidFill>
                            <a:srgbClr val="333333"/>
                          </a:solidFill>
                        </a:rPr>
                        <a:t>JPY 100M </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altLang="ja" dirty="0">
                          <a:solidFill>
                            <a:srgbClr val="333333"/>
                          </a:solidFill>
                        </a:rPr>
                        <a:t>Mark-to-market loss</a:t>
                      </a:r>
                      <a:endParaRPr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1"/>
                  </a:ext>
                </a:extLst>
              </a:tr>
              <a:tr h="628650">
                <a:tc>
                  <a:txBody>
                    <a:bodyPr/>
                    <a:lstStyle/>
                    <a:p>
                      <a:pPr marL="0" lvl="0" indent="0" algn="ctr" rtl="0">
                        <a:spcBef>
                          <a:spcPts val="0"/>
                        </a:spcBef>
                        <a:spcAft>
                          <a:spcPts val="0"/>
                        </a:spcAft>
                        <a:buNone/>
                      </a:pPr>
                      <a:r>
                        <a:rPr lang="en-US" altLang="ja" dirty="0">
                          <a:solidFill>
                            <a:srgbClr val="333333"/>
                          </a:solidFill>
                        </a:rPr>
                        <a:t>Futures Short</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altLang="ja" dirty="0">
                          <a:solidFill>
                            <a:srgbClr val="333333"/>
                          </a:solidFill>
                        </a:rPr>
                        <a:t>+JPY 35M</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dirty="0">
                          <a:solidFill>
                            <a:srgbClr val="333333"/>
                          </a:solidFill>
                        </a:rPr>
                        <a:t>Profit equivalent to 35 BTC</a:t>
                      </a:r>
                      <a:endParaRPr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2"/>
                  </a:ext>
                </a:extLst>
              </a:tr>
              <a:tr h="628650">
                <a:tc>
                  <a:txBody>
                    <a:bodyPr/>
                    <a:lstStyle/>
                    <a:p>
                      <a:pPr marL="0" lvl="0" indent="0" algn="ctr" rtl="0">
                        <a:spcBef>
                          <a:spcPts val="0"/>
                        </a:spcBef>
                        <a:spcAft>
                          <a:spcPts val="0"/>
                        </a:spcAft>
                        <a:buNone/>
                      </a:pPr>
                      <a:r>
                        <a:rPr lang="en-US" altLang="ja" dirty="0">
                          <a:solidFill>
                            <a:srgbClr val="333333"/>
                          </a:solidFill>
                        </a:rPr>
                        <a:t>Put Options </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altLang="ja" dirty="0">
                          <a:solidFill>
                            <a:srgbClr val="333333"/>
                          </a:solidFill>
                        </a:rPr>
                        <a:t>+JPY </a:t>
                      </a:r>
                      <a:r>
                        <a:rPr lang="en-US" altLang="ja-JP" dirty="0">
                          <a:solidFill>
                            <a:srgbClr val="333333"/>
                          </a:solidFill>
                        </a:rPr>
                        <a:t>2</a:t>
                      </a:r>
                      <a:r>
                        <a:rPr lang="en-US" altLang="ja" dirty="0">
                          <a:solidFill>
                            <a:srgbClr val="333333"/>
                          </a:solidFill>
                        </a:rPr>
                        <a:t>5M</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dirty="0">
                          <a:solidFill>
                            <a:srgbClr val="333333"/>
                          </a:solidFill>
                        </a:rPr>
                        <a:t>ATM Put Profit</a:t>
                      </a:r>
                      <a:endParaRPr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3"/>
                  </a:ext>
                </a:extLst>
              </a:tr>
              <a:tr h="628650">
                <a:tc>
                  <a:txBody>
                    <a:bodyPr/>
                    <a:lstStyle/>
                    <a:p>
                      <a:pPr marL="0" lvl="0" indent="0" algn="ctr" rtl="0">
                        <a:spcBef>
                          <a:spcPts val="0"/>
                        </a:spcBef>
                        <a:spcAft>
                          <a:spcPts val="0"/>
                        </a:spcAft>
                        <a:buNone/>
                      </a:pPr>
                      <a:r>
                        <a:rPr lang="en-US" altLang="ja" dirty="0">
                          <a:solidFill>
                            <a:srgbClr val="333333"/>
                          </a:solidFill>
                        </a:rPr>
                        <a:t>Total Loss</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ja" dirty="0">
                          <a:solidFill>
                            <a:srgbClr val="333333"/>
                          </a:solidFill>
                        </a:rPr>
                        <a:t>▲</a:t>
                      </a:r>
                      <a:r>
                        <a:rPr lang="en-US" altLang="ja" dirty="0">
                          <a:solidFill>
                            <a:srgbClr val="333333"/>
                          </a:solidFill>
                        </a:rPr>
                        <a:t>JPY 40M</a:t>
                      </a:r>
                      <a:endParaRPr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altLang="ja" dirty="0">
                          <a:solidFill>
                            <a:srgbClr val="333333"/>
                          </a:solidFill>
                        </a:rPr>
                        <a:t>Loss reduced by 60%</a:t>
                      </a:r>
                      <a:endParaRPr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4"/>
                  </a:ext>
                </a:extLst>
              </a:tr>
            </a:tbl>
          </a:graphicData>
        </a:graphic>
      </p:graphicFrame>
      <p:grpSp>
        <p:nvGrpSpPr>
          <p:cNvPr id="3989" name="Google Shape;3989;p23"/>
          <p:cNvGrpSpPr/>
          <p:nvPr/>
        </p:nvGrpSpPr>
        <p:grpSpPr>
          <a:xfrm>
            <a:off x="0" y="5086350"/>
            <a:ext cx="9150400" cy="57300"/>
            <a:chOff x="0" y="5086350"/>
            <a:chExt cx="9150400" cy="57300"/>
          </a:xfrm>
        </p:grpSpPr>
        <p:sp>
          <p:nvSpPr>
            <p:cNvPr id="3990" name="Google Shape;3990;p23"/>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1" name="Google Shape;3991;p23"/>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2" name="Google Shape;3992;p23"/>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3" name="Google Shape;3993;p23"/>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4" name="Google Shape;3994;p23"/>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5" name="Google Shape;3995;p23"/>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6" name="Google Shape;3996;p23"/>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7" name="Google Shape;3997;p23"/>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8" name="Google Shape;3998;p23"/>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999" name="Google Shape;3999;p23"/>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0" name="Google Shape;4000;p23"/>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1" name="Google Shape;4001;p23"/>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2" name="Google Shape;4002;p23"/>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3" name="Google Shape;4003;p23"/>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4" name="Google Shape;4004;p23"/>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5" name="Google Shape;4005;p23"/>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6" name="Google Shape;4006;p23"/>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7" name="Google Shape;4007;p23"/>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8" name="Google Shape;4008;p23"/>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09" name="Google Shape;4009;p23"/>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0" name="Google Shape;4010;p23"/>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1" name="Google Shape;4011;p23"/>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2" name="Google Shape;4012;p23"/>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3" name="Google Shape;4013;p23"/>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4" name="Google Shape;4014;p23"/>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5" name="Google Shape;4015;p23"/>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6" name="Google Shape;4016;p23"/>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7" name="Google Shape;4017;p23"/>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8" name="Google Shape;4018;p23"/>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19" name="Google Shape;4019;p23"/>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0" name="Google Shape;4020;p23"/>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1" name="Google Shape;4021;p23"/>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2" name="Google Shape;4022;p23"/>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3" name="Google Shape;4023;p23"/>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4" name="Google Shape;4024;p23"/>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5" name="Google Shape;4025;p23"/>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6" name="Google Shape;4026;p23"/>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7" name="Google Shape;4027;p23"/>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8" name="Google Shape;4028;p23"/>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29" name="Google Shape;4029;p23"/>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0" name="Google Shape;4030;p23"/>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1" name="Google Shape;4031;p23"/>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2" name="Google Shape;4032;p23"/>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3" name="Google Shape;4033;p23"/>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4" name="Google Shape;4034;p23"/>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5" name="Google Shape;4035;p23"/>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6" name="Google Shape;4036;p23"/>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7" name="Google Shape;4037;p23"/>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8" name="Google Shape;4038;p23"/>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39" name="Google Shape;4039;p23"/>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0" name="Google Shape;4040;p23"/>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1" name="Google Shape;4041;p23"/>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2" name="Google Shape;4042;p23"/>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3" name="Google Shape;4043;p23"/>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4" name="Google Shape;4044;p23"/>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5" name="Google Shape;4045;p23"/>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6" name="Google Shape;4046;p23"/>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7" name="Google Shape;4047;p23"/>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8" name="Google Shape;4048;p23"/>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49" name="Google Shape;4049;p23"/>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0" name="Google Shape;4050;p23"/>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1" name="Google Shape;4051;p23"/>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2" name="Google Shape;4052;p23"/>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3" name="Google Shape;4053;p23"/>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4" name="Google Shape;4054;p23"/>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5" name="Google Shape;4055;p23"/>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6" name="Google Shape;4056;p23"/>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7" name="Google Shape;4057;p23"/>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8" name="Google Shape;4058;p23"/>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59" name="Google Shape;4059;p23"/>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0" name="Google Shape;4060;p23"/>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1" name="Google Shape;4061;p23"/>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2" name="Google Shape;4062;p23"/>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3" name="Google Shape;4063;p23"/>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4" name="Google Shape;4064;p23"/>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5" name="Google Shape;4065;p23"/>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6" name="Google Shape;4066;p23"/>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7" name="Google Shape;4067;p23"/>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8" name="Google Shape;4068;p23"/>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9" name="Google Shape;4069;p23"/>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0" name="Google Shape;4070;p23"/>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1" name="Google Shape;4071;p23"/>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2" name="Google Shape;4072;p23"/>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3" name="Google Shape;4073;p23"/>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4" name="Google Shape;4074;p23"/>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5" name="Google Shape;4075;p23"/>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6" name="Google Shape;4076;p23"/>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7" name="Google Shape;4077;p23"/>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8" name="Google Shape;4078;p23"/>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9" name="Google Shape;4079;p23"/>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0" name="Google Shape;4080;p23"/>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1" name="Google Shape;4081;p23"/>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2" name="Google Shape;4082;p23"/>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3" name="Google Shape;4083;p23"/>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4" name="Google Shape;4084;p23"/>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5" name="Google Shape;4085;p23"/>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6" name="Google Shape;4086;p23"/>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7" name="Google Shape;4087;p23"/>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8" name="Google Shape;4088;p23"/>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9" name="Google Shape;4089;p23"/>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0" name="Google Shape;4090;p23"/>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1" name="Google Shape;4091;p23"/>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2" name="Google Shape;4092;p23"/>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3" name="Google Shape;4093;p23"/>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4" name="Google Shape;4094;p23"/>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5" name="Google Shape;4095;p23"/>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6" name="Google Shape;4096;p23"/>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7" name="Google Shape;4097;p23"/>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8" name="Google Shape;4098;p23"/>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9" name="Google Shape;4099;p23"/>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0" name="Google Shape;4100;p23"/>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1" name="Google Shape;4101;p23"/>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2" name="Google Shape;4102;p23"/>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3" name="Google Shape;4103;p23"/>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4" name="Google Shape;4104;p23"/>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5" name="Google Shape;4105;p23"/>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6" name="Google Shape;4106;p23"/>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7" name="Google Shape;4107;p23"/>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8" name="Google Shape;4108;p23"/>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09" name="Google Shape;4109;p23"/>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0" name="Google Shape;4110;p23"/>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1" name="Google Shape;4111;p23"/>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2" name="Google Shape;4112;p23"/>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3" name="Google Shape;4113;p23"/>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4" name="Google Shape;4114;p23"/>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5" name="Google Shape;4115;p23"/>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6" name="Google Shape;4116;p23"/>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7" name="Google Shape;4117;p23"/>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8" name="Google Shape;4118;p23"/>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19" name="Google Shape;4119;p23"/>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0" name="Google Shape;4120;p23"/>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1" name="Google Shape;4121;p23"/>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2" name="Google Shape;4122;p23"/>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3" name="Google Shape;4123;p23"/>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4" name="Google Shape;4124;p23"/>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5" name="Google Shape;4125;p23"/>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6" name="Google Shape;4126;p23"/>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7" name="Google Shape;4127;p23"/>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8" name="Google Shape;4128;p23"/>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9" name="Google Shape;4129;p23"/>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0" name="Google Shape;4130;p23"/>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1" name="Google Shape;4131;p23"/>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2" name="Google Shape;4132;p23"/>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3" name="Google Shape;4133;p23"/>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4" name="Google Shape;4134;p23"/>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5" name="Google Shape;4135;p23"/>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6" name="Google Shape;4136;p23"/>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7" name="Google Shape;4137;p23"/>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8" name="Google Shape;4138;p23"/>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9" name="Google Shape;4139;p23"/>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0" name="Google Shape;4140;p23"/>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1" name="Google Shape;4141;p23"/>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2" name="Google Shape;4142;p23"/>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3" name="Google Shape;4143;p23"/>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4" name="Google Shape;4144;p23"/>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5" name="Google Shape;4145;p23"/>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6" name="Google Shape;4146;p23"/>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7" name="Google Shape;4147;p23"/>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8" name="Google Shape;4148;p23"/>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49" name="Google Shape;4149;p23"/>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0" name="Google Shape;4150;p23"/>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1" name="Google Shape;4151;p23"/>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2" name="Google Shape;4152;p23"/>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3" name="Google Shape;4153;p23"/>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4" name="Google Shape;4154;p23"/>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5" name="Google Shape;4155;p23"/>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6" name="Google Shape;4156;p23"/>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7" name="Google Shape;4157;p23"/>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8" name="Google Shape;4158;p23"/>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59" name="Google Shape;4159;p23"/>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0" name="Google Shape;4160;p23"/>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1" name="Google Shape;4161;p23"/>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2" name="Google Shape;4162;p23"/>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3" name="Google Shape;4163;p23"/>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4" name="Google Shape;4164;p23"/>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5" name="Google Shape;4165;p23"/>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6" name="Google Shape;4166;p23"/>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7" name="Google Shape;4167;p23"/>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8" name="Google Shape;4168;p23"/>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69" name="Google Shape;4169;p23"/>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0" name="Google Shape;4170;p23"/>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1" name="Google Shape;4171;p23"/>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2" name="Google Shape;4172;p23"/>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3" name="Google Shape;4173;p23"/>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4" name="Google Shape;4174;p23"/>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5" name="Google Shape;4175;p23"/>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6" name="Google Shape;4176;p23"/>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7" name="Google Shape;4177;p23"/>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8" name="Google Shape;4178;p23"/>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79" name="Google Shape;4179;p23"/>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0" name="Google Shape;4180;p23"/>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1" name="Google Shape;4181;p23"/>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2" name="Google Shape;4182;p23"/>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3" name="Google Shape;4183;p23"/>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4" name="Google Shape;4184;p23"/>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5" name="Google Shape;4185;p23"/>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6" name="Google Shape;4186;p23"/>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7" name="Google Shape;4187;p23"/>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8" name="Google Shape;4188;p23"/>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89" name="Google Shape;4189;p23"/>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0" name="Google Shape;4190;p23"/>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1" name="Google Shape;4191;p23"/>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2" name="Google Shape;4192;p23"/>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3" name="Google Shape;4193;p23"/>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4" name="Google Shape;4194;p23"/>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5" name="Google Shape;4195;p23"/>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6" name="Google Shape;4196;p23"/>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7" name="Google Shape;4197;p23"/>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8" name="Google Shape;4198;p23"/>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99" name="Google Shape;4199;p23"/>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0" name="Google Shape;4200;p23"/>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1" name="Google Shape;4201;p23"/>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2" name="Google Shape;4202;p23"/>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3" name="Google Shape;4203;p23"/>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4" name="Google Shape;4204;p23"/>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5" name="Google Shape;4205;p23"/>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6" name="Google Shape;4206;p23"/>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7" name="Google Shape;4207;p23"/>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8" name="Google Shape;4208;p23"/>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09" name="Google Shape;4209;p23"/>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0" name="Google Shape;4210;p23"/>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1" name="Google Shape;4211;p23"/>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2" name="Google Shape;4212;p23"/>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3" name="Google Shape;4213;p23"/>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4" name="Google Shape;4214;p23"/>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5" name="Google Shape;4215;p23"/>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6" name="Google Shape;4216;p23"/>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7" name="Google Shape;4217;p23"/>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8" name="Google Shape;4218;p23"/>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19" name="Google Shape;4219;p23"/>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0" name="Google Shape;4220;p23"/>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1" name="Google Shape;4221;p23"/>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2" name="Google Shape;4222;p23"/>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3" name="Google Shape;4223;p23"/>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4" name="Google Shape;4224;p23"/>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5" name="Google Shape;4225;p23"/>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6" name="Google Shape;4226;p23"/>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7" name="Google Shape;4227;p23"/>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8" name="Google Shape;4228;p23"/>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29" name="Google Shape;4229;p23"/>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0" name="Google Shape;4230;p23"/>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1" name="Google Shape;4231;p23"/>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2" name="Google Shape;4232;p23"/>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3" name="Google Shape;4233;p23"/>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4" name="Google Shape;4234;p23"/>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5" name="Google Shape;4235;p23"/>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6" name="Google Shape;4236;p23"/>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7" name="Google Shape;4237;p23"/>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8" name="Google Shape;4238;p23"/>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39" name="Google Shape;4239;p23"/>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0" name="Google Shape;4240;p23"/>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1" name="Google Shape;4241;p23"/>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2" name="Google Shape;4242;p23"/>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3" name="Google Shape;4243;p23"/>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4" name="Google Shape;4244;p23"/>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5" name="Google Shape;4245;p23"/>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6" name="Google Shape;4246;p23"/>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7" name="Google Shape;4247;p23"/>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8" name="Google Shape;4248;p23"/>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49" name="Google Shape;4249;p23"/>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0" name="Google Shape;4250;p23"/>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1" name="Google Shape;4251;p23"/>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2" name="Google Shape;4252;p23"/>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3" name="Google Shape;4253;p23"/>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4" name="Google Shape;4254;p23"/>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5" name="Google Shape;4255;p23"/>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6" name="Google Shape;4256;p23"/>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7" name="Google Shape;4257;p23"/>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8" name="Google Shape;4258;p23"/>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59" name="Google Shape;4259;p23"/>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0" name="Google Shape;4260;p23"/>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1" name="Google Shape;4261;p23"/>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2" name="Google Shape;4262;p23"/>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3" name="Google Shape;4263;p23"/>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4" name="Google Shape;4264;p23"/>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5" name="Google Shape;4265;p23"/>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6" name="Google Shape;4266;p23"/>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7" name="Google Shape;4267;p23"/>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8" name="Google Shape;4268;p23"/>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69" name="Google Shape;4269;p23"/>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0" name="Google Shape;4270;p23"/>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1" name="Google Shape;4271;p23"/>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2" name="Google Shape;4272;p23"/>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3" name="Google Shape;4273;p23"/>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4" name="Google Shape;4274;p23"/>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5" name="Google Shape;4275;p23"/>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6" name="Google Shape;4276;p23"/>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7" name="Google Shape;4277;p23"/>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8" name="Google Shape;4278;p23"/>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79" name="Google Shape;4279;p23"/>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0" name="Google Shape;4280;p23"/>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1" name="Google Shape;4281;p23"/>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2" name="Google Shape;4282;p23"/>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3" name="Google Shape;4283;p23"/>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4" name="Google Shape;4284;p23"/>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5" name="Google Shape;4285;p23"/>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6" name="Google Shape;4286;p23"/>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7" name="Google Shape;4287;p23"/>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8" name="Google Shape;4288;p23"/>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89" name="Google Shape;4289;p23"/>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0" name="Google Shape;4290;p23"/>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1" name="Google Shape;4291;p23"/>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2" name="Google Shape;4292;p23"/>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3" name="Google Shape;4293;p23"/>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4" name="Google Shape;4294;p23"/>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5" name="Google Shape;4295;p23"/>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6" name="Google Shape;4296;p23"/>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7" name="Google Shape;4297;p23"/>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8" name="Google Shape;4298;p23"/>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299" name="Google Shape;4299;p23"/>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0" name="Google Shape;4300;p23"/>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1" name="Google Shape;4301;p23"/>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2" name="Google Shape;4302;p23"/>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3" name="Google Shape;4303;p23"/>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4" name="Google Shape;4304;p23"/>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5" name="Google Shape;4305;p23"/>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6" name="Google Shape;4306;p23"/>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7" name="Google Shape;4307;p23"/>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8" name="Google Shape;4308;p23"/>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09" name="Google Shape;4309;p23"/>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0" name="Google Shape;4310;p23"/>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1" name="Google Shape;4311;p23"/>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2" name="Google Shape;4312;p23"/>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3" name="Google Shape;4313;p23"/>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4" name="Google Shape;4314;p23"/>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5" name="Google Shape;4315;p23"/>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6" name="Google Shape;4316;p23"/>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7" name="Google Shape;4317;p23"/>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8" name="Google Shape;4318;p23"/>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19" name="Google Shape;4319;p23"/>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0" name="Google Shape;4320;p23"/>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1" name="Google Shape;4321;p23"/>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2" name="Google Shape;4322;p23"/>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3" name="Google Shape;4323;p23"/>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4" name="Google Shape;4324;p23"/>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5" name="Google Shape;4325;p23"/>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6" name="Google Shape;4326;p23"/>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7" name="Google Shape;4327;p23"/>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8" name="Google Shape;4328;p23"/>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29" name="Google Shape;4329;p23"/>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0" name="Google Shape;4330;p23"/>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1" name="Google Shape;4331;p23"/>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2" name="Google Shape;4332;p23"/>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3" name="Google Shape;4333;p23"/>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4" name="Google Shape;4334;p23"/>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5" name="Google Shape;4335;p23"/>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6" name="Google Shape;4336;p23"/>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7" name="Google Shape;4337;p23"/>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8" name="Google Shape;4338;p23"/>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39" name="Google Shape;4339;p23"/>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0" name="Google Shape;4340;p23"/>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1" name="Google Shape;4341;p23"/>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2" name="Google Shape;4342;p23"/>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3" name="Google Shape;4343;p23"/>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4" name="Google Shape;4344;p23"/>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5" name="Google Shape;4345;p23"/>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6" name="Google Shape;4346;p23"/>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7" name="Google Shape;4347;p23"/>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8" name="Google Shape;4348;p23"/>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49" name="Google Shape;4349;p23"/>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350" name="Google Shape;4350;p23"/>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4351" name="Google Shape;4351;p23"/>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a:solidFill>
                  <a:srgbClr val="43DFF4"/>
                </a:solidFill>
              </a:rPr>
              <a:t>10</a:t>
            </a:r>
            <a:endParaRPr sz="900">
              <a:solidFill>
                <a:srgbClr val="43DFF4"/>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9">
          <a:extLst>
            <a:ext uri="{FF2B5EF4-FFF2-40B4-BE49-F238E27FC236}">
              <a16:creationId xmlns:a16="http://schemas.microsoft.com/office/drawing/2014/main" id="{4212BA3D-6774-ED31-F108-485E1797BF31}"/>
            </a:ext>
          </a:extLst>
        </p:cNvPr>
        <p:cNvGrpSpPr/>
        <p:nvPr/>
      </p:nvGrpSpPr>
      <p:grpSpPr>
        <a:xfrm>
          <a:off x="0" y="0"/>
          <a:ext cx="0" cy="0"/>
          <a:chOff x="0" y="0"/>
          <a:chExt cx="0" cy="0"/>
        </a:xfrm>
      </p:grpSpPr>
      <p:sp>
        <p:nvSpPr>
          <p:cNvPr id="870" name="Google Shape;870;p16">
            <a:extLst>
              <a:ext uri="{FF2B5EF4-FFF2-40B4-BE49-F238E27FC236}">
                <a16:creationId xmlns:a16="http://schemas.microsoft.com/office/drawing/2014/main" id="{38FA30B2-C312-DE17-128E-891EA5FB48BE}"/>
              </a:ext>
            </a:extLst>
          </p:cNvPr>
          <p:cNvSpPr txBox="1"/>
          <p:nvPr/>
        </p:nvSpPr>
        <p:spPr>
          <a:xfrm>
            <a:off x="238125" y="190499"/>
            <a:ext cx="7905900" cy="51417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JP" sz="2400" dirty="0">
                <a:solidFill>
                  <a:srgbClr val="333333"/>
                </a:solidFill>
              </a:rPr>
              <a:t>Profit Generation is Possible Even During BTC Crashes</a:t>
            </a:r>
            <a:endParaRPr lang="ja-JP" altLang="en-US" sz="2400" dirty="0">
              <a:solidFill>
                <a:srgbClr val="333333"/>
              </a:solidFill>
            </a:endParaRPr>
          </a:p>
        </p:txBody>
      </p:sp>
      <p:sp>
        <p:nvSpPr>
          <p:cNvPr id="1372" name="Google Shape;1372;p16">
            <a:extLst>
              <a:ext uri="{FF2B5EF4-FFF2-40B4-BE49-F238E27FC236}">
                <a16:creationId xmlns:a16="http://schemas.microsoft.com/office/drawing/2014/main" id="{4A9B42AB-778C-CA21-0329-6310CBCC1BD6}"/>
              </a:ext>
            </a:extLst>
          </p:cNvPr>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dirty="0">
                <a:solidFill>
                  <a:srgbClr val="333333"/>
                </a:solidFill>
              </a:rPr>
              <a:t>© </a:t>
            </a:r>
            <a:r>
              <a:rPr lang="en-US" altLang="ja" sz="900" dirty="0">
                <a:solidFill>
                  <a:srgbClr val="333333"/>
                </a:solidFill>
              </a:rPr>
              <a:t>VERUA</a:t>
            </a:r>
            <a:r>
              <a:rPr lang="ja" sz="900" dirty="0">
                <a:solidFill>
                  <a:srgbClr val="333333"/>
                </a:solidFill>
              </a:rPr>
              <a:t> </a:t>
            </a:r>
            <a:r>
              <a:rPr lang="en-US" altLang="ja" sz="900" dirty="0">
                <a:solidFill>
                  <a:srgbClr val="333333"/>
                </a:solidFill>
              </a:rPr>
              <a:t>LTD</a:t>
            </a:r>
            <a:r>
              <a:rPr lang="ja" sz="900" dirty="0">
                <a:solidFill>
                  <a:srgbClr val="333333"/>
                </a:solidFill>
              </a:rPr>
              <a:t>.</a:t>
            </a:r>
            <a:endParaRPr sz="900" dirty="0">
              <a:solidFill>
                <a:srgbClr val="333333"/>
              </a:solidFill>
            </a:endParaRPr>
          </a:p>
        </p:txBody>
      </p:sp>
      <p:sp>
        <p:nvSpPr>
          <p:cNvPr id="5" name="テキスト ボックス 4">
            <a:extLst>
              <a:ext uri="{FF2B5EF4-FFF2-40B4-BE49-F238E27FC236}">
                <a16:creationId xmlns:a16="http://schemas.microsoft.com/office/drawing/2014/main" id="{71DD8223-A18B-4ABF-ED22-1E8EC2BA20D2}"/>
              </a:ext>
            </a:extLst>
          </p:cNvPr>
          <p:cNvSpPr txBox="1"/>
          <p:nvPr/>
        </p:nvSpPr>
        <p:spPr>
          <a:xfrm>
            <a:off x="142875" y="823298"/>
            <a:ext cx="8286750" cy="913070"/>
          </a:xfrm>
          <a:prstGeom prst="rect">
            <a:avLst/>
          </a:prstGeom>
          <a:solidFill>
            <a:schemeClr val="bg1"/>
          </a:solidFill>
        </p:spPr>
        <p:txBody>
          <a:bodyPr wrap="square">
            <a:spAutoFit/>
          </a:bodyPr>
          <a:lstStyle/>
          <a:p>
            <a:pPr>
              <a:lnSpc>
                <a:spcPts val="1600"/>
              </a:lnSpc>
            </a:pPr>
            <a:r>
              <a:rPr lang="en-US" altLang="ja-JP" sz="1600" dirty="0"/>
              <a:t>Assumption</a:t>
            </a:r>
          </a:p>
          <a:p>
            <a:pPr>
              <a:lnSpc>
                <a:spcPts val="1600"/>
              </a:lnSpc>
            </a:pPr>
            <a:r>
              <a:rPr lang="en-US" altLang="ja-JP" sz="1600" dirty="0"/>
              <a:t>The company holds BTC as a long-term strategic asset.</a:t>
            </a:r>
          </a:p>
          <a:p>
            <a:pPr>
              <a:lnSpc>
                <a:spcPts val="1600"/>
              </a:lnSpc>
            </a:pPr>
            <a:r>
              <a:rPr lang="en-US" altLang="ja-JP" sz="1600" dirty="0"/>
              <a:t>Price declines are expected risk.</a:t>
            </a:r>
          </a:p>
          <a:p>
            <a:pPr>
              <a:lnSpc>
                <a:spcPts val="1600"/>
              </a:lnSpc>
            </a:pPr>
            <a:r>
              <a:rPr lang="en-US" altLang="ja-JP" sz="1600" dirty="0"/>
              <a:t>If a decline trend is expected, risk-taking strategies may also be considered.</a:t>
            </a:r>
            <a:endParaRPr lang="ja-JP" altLang="ja-JP" sz="1600" b="1" dirty="0"/>
          </a:p>
        </p:txBody>
      </p:sp>
      <p:sp>
        <p:nvSpPr>
          <p:cNvPr id="3" name="テキスト ボックス 2">
            <a:extLst>
              <a:ext uri="{FF2B5EF4-FFF2-40B4-BE49-F238E27FC236}">
                <a16:creationId xmlns:a16="http://schemas.microsoft.com/office/drawing/2014/main" id="{91A14879-E58B-D8B3-9DCC-80AB18151D39}"/>
              </a:ext>
            </a:extLst>
          </p:cNvPr>
          <p:cNvSpPr txBox="1"/>
          <p:nvPr/>
        </p:nvSpPr>
        <p:spPr>
          <a:xfrm>
            <a:off x="187902" y="1772461"/>
            <a:ext cx="2453006" cy="1761251"/>
          </a:xfrm>
          <a:prstGeom prst="rect">
            <a:avLst/>
          </a:prstGeom>
          <a:solidFill>
            <a:schemeClr val="bg1"/>
          </a:solidFill>
          <a:ln>
            <a:solidFill>
              <a:schemeClr val="tx1"/>
            </a:solidFill>
          </a:ln>
        </p:spPr>
        <p:txBody>
          <a:bodyPr wrap="square">
            <a:spAutoFit/>
          </a:bodyPr>
          <a:lstStyle/>
          <a:p>
            <a:pPr>
              <a:lnSpc>
                <a:spcPts val="2200"/>
              </a:lnSpc>
            </a:pPr>
            <a:r>
              <a:rPr lang="en-US" altLang="ja-JP" sz="1600" b="1" dirty="0"/>
              <a:t>Risk Hedge Position</a:t>
            </a:r>
          </a:p>
          <a:p>
            <a:pPr>
              <a:lnSpc>
                <a:spcPts val="2200"/>
              </a:lnSpc>
            </a:pPr>
            <a:r>
              <a:rPr lang="en-US" altLang="ja-JP" sz="1600" dirty="0">
                <a:solidFill>
                  <a:schemeClr val="tx1"/>
                </a:solidFill>
                <a:effectLst/>
                <a:latin typeface="+mn-lt"/>
                <a:ea typeface="ＭＳ 明朝" panose="02020609040205080304" pitchFamily="17" charset="-128"/>
                <a:cs typeface="Times New Roman" panose="02020603050405020304" pitchFamily="18" charset="0"/>
              </a:rPr>
              <a:t>BTC Spot: 100</a:t>
            </a:r>
          </a:p>
          <a:p>
            <a:pPr>
              <a:lnSpc>
                <a:spcPts val="2200"/>
              </a:lnSpc>
            </a:pPr>
            <a:r>
              <a:rPr lang="en-US" altLang="ja-JP" sz="1600" dirty="0">
                <a:solidFill>
                  <a:schemeClr val="tx1"/>
                </a:solidFill>
                <a:effectLst/>
                <a:latin typeface="+mn-lt"/>
                <a:ea typeface="ＭＳ 明朝" panose="02020609040205080304" pitchFamily="17" charset="-128"/>
                <a:cs typeface="Times New Roman" panose="02020603050405020304" pitchFamily="18" charset="0"/>
              </a:rPr>
              <a:t>├ Futures Short: 35</a:t>
            </a:r>
          </a:p>
          <a:p>
            <a:pPr>
              <a:lnSpc>
                <a:spcPts val="2200"/>
              </a:lnSpc>
            </a:pPr>
            <a:r>
              <a:rPr lang="en-US" altLang="ja-JP" sz="1600" dirty="0">
                <a:solidFill>
                  <a:schemeClr val="tx1"/>
                </a:solidFill>
                <a:effectLst/>
                <a:latin typeface="+mn-lt"/>
                <a:ea typeface="ＭＳ 明朝" panose="02020609040205080304" pitchFamily="17" charset="-128"/>
                <a:cs typeface="Times New Roman" panose="02020603050405020304" pitchFamily="18" charset="0"/>
              </a:rPr>
              <a:t>├ PUT Long: 25</a:t>
            </a:r>
          </a:p>
          <a:p>
            <a:pPr>
              <a:lnSpc>
                <a:spcPts val="2200"/>
              </a:lnSpc>
            </a:pPr>
            <a:r>
              <a:rPr lang="en-US" altLang="ja-JP" sz="1600" dirty="0">
                <a:solidFill>
                  <a:schemeClr val="tx1"/>
                </a:solidFill>
                <a:effectLst/>
                <a:latin typeface="+mn-lt"/>
                <a:ea typeface="ＭＳ 明朝" panose="02020609040205080304" pitchFamily="17" charset="-128"/>
                <a:cs typeface="Times New Roman" panose="02020603050405020304" pitchFamily="18" charset="0"/>
              </a:rPr>
              <a:t>├ Tail PUT Long: 10</a:t>
            </a:r>
          </a:p>
          <a:p>
            <a:pPr>
              <a:lnSpc>
                <a:spcPts val="2200"/>
              </a:lnSpc>
            </a:pPr>
            <a:r>
              <a:rPr lang="en-US" altLang="ja-JP" sz="1600" dirty="0">
                <a:solidFill>
                  <a:schemeClr val="tx1"/>
                </a:solidFill>
                <a:effectLst/>
                <a:latin typeface="+mn-lt"/>
                <a:ea typeface="ＭＳ 明朝" panose="02020609040205080304" pitchFamily="17" charset="-128"/>
                <a:cs typeface="Times New Roman" panose="02020603050405020304" pitchFamily="18" charset="0"/>
              </a:rPr>
              <a:t>└ Unhedged: 30</a:t>
            </a:r>
            <a:endParaRPr lang="ja-JP" altLang="ja-JP" sz="1600" dirty="0">
              <a:solidFill>
                <a:schemeClr val="tx1"/>
              </a:solidFill>
              <a:effectLst/>
              <a:latin typeface="+mn-lt"/>
              <a:ea typeface="ＭＳ 明朝" panose="02020609040205080304" pitchFamily="17" charset="-128"/>
              <a:cs typeface="Times New Roman" panose="02020603050405020304" pitchFamily="18" charset="0"/>
            </a:endParaRPr>
          </a:p>
        </p:txBody>
      </p:sp>
      <p:sp>
        <p:nvSpPr>
          <p:cNvPr id="4" name="テキスト ボックス 3">
            <a:extLst>
              <a:ext uri="{FF2B5EF4-FFF2-40B4-BE49-F238E27FC236}">
                <a16:creationId xmlns:a16="http://schemas.microsoft.com/office/drawing/2014/main" id="{6A18FF27-F083-6561-0154-D186C4C3E602}"/>
              </a:ext>
            </a:extLst>
          </p:cNvPr>
          <p:cNvSpPr txBox="1"/>
          <p:nvPr/>
        </p:nvSpPr>
        <p:spPr>
          <a:xfrm>
            <a:off x="187901" y="3640524"/>
            <a:ext cx="8905875" cy="1323439"/>
          </a:xfrm>
          <a:prstGeom prst="rect">
            <a:avLst/>
          </a:prstGeom>
          <a:solidFill>
            <a:schemeClr val="bg1"/>
          </a:solidFill>
        </p:spPr>
        <p:txBody>
          <a:bodyPr wrap="square">
            <a:spAutoFit/>
          </a:bodyPr>
          <a:lstStyle/>
          <a:p>
            <a:pPr>
              <a:lnSpc>
                <a:spcPts val="1600"/>
              </a:lnSpc>
            </a:pPr>
            <a:r>
              <a:rPr lang="en-US" altLang="ja-JP" sz="1600" dirty="0"/>
              <a:t>Conclusion</a:t>
            </a:r>
          </a:p>
          <a:p>
            <a:pPr>
              <a:lnSpc>
                <a:spcPts val="1600"/>
              </a:lnSpc>
            </a:pPr>
            <a:r>
              <a:rPr lang="en-US" altLang="ja-JP" sz="1600" dirty="0"/>
              <a:t>(1) With hedge positioning, during a 30% BTC crash</a:t>
            </a:r>
          </a:p>
          <a:p>
            <a:pPr>
              <a:lnSpc>
                <a:spcPts val="1600"/>
              </a:lnSpc>
            </a:pPr>
            <a:r>
              <a:rPr lang="en-US" altLang="ja-JP" sz="1600" dirty="0"/>
              <a:t>→ Loss can be reduced to approx. one-third</a:t>
            </a:r>
          </a:p>
          <a:p>
            <a:pPr>
              <a:lnSpc>
                <a:spcPts val="1600"/>
              </a:lnSpc>
            </a:pPr>
            <a:r>
              <a:rPr lang="en-US" altLang="ja-JP" sz="1600" dirty="0"/>
              <a:t>→ No liquidity depletion</a:t>
            </a:r>
          </a:p>
          <a:p>
            <a:pPr>
              <a:lnSpc>
                <a:spcPts val="1600"/>
              </a:lnSpc>
            </a:pPr>
            <a:r>
              <a:rPr lang="en-US" altLang="ja-JP" sz="1600" dirty="0"/>
              <a:t>→ No impact on business continuity</a:t>
            </a:r>
          </a:p>
          <a:p>
            <a:pPr>
              <a:lnSpc>
                <a:spcPts val="1600"/>
              </a:lnSpc>
            </a:pPr>
            <a:r>
              <a:rPr lang="en-US" altLang="ja-JP" sz="1600" dirty="0"/>
              <a:t>(2) With risk-taking positioning, profit is possible even during BTC crash</a:t>
            </a:r>
          </a:p>
        </p:txBody>
      </p:sp>
      <p:grpSp>
        <p:nvGrpSpPr>
          <p:cNvPr id="6" name="Google Shape;4283;p26">
            <a:extLst>
              <a:ext uri="{FF2B5EF4-FFF2-40B4-BE49-F238E27FC236}">
                <a16:creationId xmlns:a16="http://schemas.microsoft.com/office/drawing/2014/main" id="{3867F83A-EA2B-12AF-C5E0-350A5ED7DAC7}"/>
              </a:ext>
            </a:extLst>
          </p:cNvPr>
          <p:cNvGrpSpPr/>
          <p:nvPr/>
        </p:nvGrpSpPr>
        <p:grpSpPr>
          <a:xfrm>
            <a:off x="238125" y="762000"/>
            <a:ext cx="4273600" cy="38100"/>
            <a:chOff x="238125" y="762000"/>
            <a:chExt cx="4273600" cy="38100"/>
          </a:xfrm>
        </p:grpSpPr>
        <p:sp>
          <p:nvSpPr>
            <p:cNvPr id="7" name="Google Shape;4284;p26">
              <a:extLst>
                <a:ext uri="{FF2B5EF4-FFF2-40B4-BE49-F238E27FC236}">
                  <a16:creationId xmlns:a16="http://schemas.microsoft.com/office/drawing/2014/main" id="{BAF79776-55BE-4034-F9C0-9A1E65C1710A}"/>
                </a:ext>
              </a:extLst>
            </p:cNvPr>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 name="Google Shape;4285;p26">
              <a:extLst>
                <a:ext uri="{FF2B5EF4-FFF2-40B4-BE49-F238E27FC236}">
                  <a16:creationId xmlns:a16="http://schemas.microsoft.com/office/drawing/2014/main" id="{E0A4BF1E-7DC5-C304-22DE-C3FA6B884CF4}"/>
                </a:ext>
              </a:extLst>
            </p:cNvPr>
            <p:cNvSpPr/>
            <p:nvPr/>
          </p:nvSpPr>
          <p:spPr>
            <a:xfrm>
              <a:off x="2635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9" name="Google Shape;4286;p26">
              <a:extLst>
                <a:ext uri="{FF2B5EF4-FFF2-40B4-BE49-F238E27FC236}">
                  <a16:creationId xmlns:a16="http://schemas.microsoft.com/office/drawing/2014/main" id="{E7C2B4F5-B126-BE94-01E6-026FFA64AE0B}"/>
                </a:ext>
              </a:extLst>
            </p:cNvPr>
            <p:cNvSpPr/>
            <p:nvPr/>
          </p:nvSpPr>
          <p:spPr>
            <a:xfrm>
              <a:off x="2889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 name="Google Shape;4287;p26">
              <a:extLst>
                <a:ext uri="{FF2B5EF4-FFF2-40B4-BE49-F238E27FC236}">
                  <a16:creationId xmlns:a16="http://schemas.microsoft.com/office/drawing/2014/main" id="{91C1FB6F-F917-2DFA-716C-FFF8D0134446}"/>
                </a:ext>
              </a:extLst>
            </p:cNvPr>
            <p:cNvSpPr/>
            <p:nvPr/>
          </p:nvSpPr>
          <p:spPr>
            <a:xfrm>
              <a:off x="3143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1" name="Google Shape;4288;p26">
              <a:extLst>
                <a:ext uri="{FF2B5EF4-FFF2-40B4-BE49-F238E27FC236}">
                  <a16:creationId xmlns:a16="http://schemas.microsoft.com/office/drawing/2014/main" id="{2C021D52-6BF6-51CF-63B2-3F2479806F25}"/>
                </a:ext>
              </a:extLst>
            </p:cNvPr>
            <p:cNvSpPr/>
            <p:nvPr/>
          </p:nvSpPr>
          <p:spPr>
            <a:xfrm>
              <a:off x="3397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2" name="Google Shape;4289;p26">
              <a:extLst>
                <a:ext uri="{FF2B5EF4-FFF2-40B4-BE49-F238E27FC236}">
                  <a16:creationId xmlns:a16="http://schemas.microsoft.com/office/drawing/2014/main" id="{8FACEE66-F9E9-8CFF-4F40-8FF5ABC21946}"/>
                </a:ext>
              </a:extLst>
            </p:cNvPr>
            <p:cNvSpPr/>
            <p:nvPr/>
          </p:nvSpPr>
          <p:spPr>
            <a:xfrm>
              <a:off x="365125"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 name="Google Shape;4290;p26">
              <a:extLst>
                <a:ext uri="{FF2B5EF4-FFF2-40B4-BE49-F238E27FC236}">
                  <a16:creationId xmlns:a16="http://schemas.microsoft.com/office/drawing/2014/main" id="{61EAF085-AEF4-0C94-EDA5-516EDEE6B95E}"/>
                </a:ext>
              </a:extLst>
            </p:cNvPr>
            <p:cNvSpPr/>
            <p:nvPr/>
          </p:nvSpPr>
          <p:spPr>
            <a:xfrm>
              <a:off x="390525" y="762000"/>
              <a:ext cx="31800" cy="381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 name="Google Shape;4291;p26">
              <a:extLst>
                <a:ext uri="{FF2B5EF4-FFF2-40B4-BE49-F238E27FC236}">
                  <a16:creationId xmlns:a16="http://schemas.microsoft.com/office/drawing/2014/main" id="{E7A1582A-0F5C-9BBB-8D7C-868CC6770429}"/>
                </a:ext>
              </a:extLst>
            </p:cNvPr>
            <p:cNvSpPr/>
            <p:nvPr/>
          </p:nvSpPr>
          <p:spPr>
            <a:xfrm>
              <a:off x="4159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5" name="Google Shape;4292;p26">
              <a:extLst>
                <a:ext uri="{FF2B5EF4-FFF2-40B4-BE49-F238E27FC236}">
                  <a16:creationId xmlns:a16="http://schemas.microsoft.com/office/drawing/2014/main" id="{7DAB4191-1B82-47A5-ADB2-C5BE47B0990A}"/>
                </a:ext>
              </a:extLst>
            </p:cNvPr>
            <p:cNvSpPr/>
            <p:nvPr/>
          </p:nvSpPr>
          <p:spPr>
            <a:xfrm>
              <a:off x="4413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6" name="Google Shape;4293;p26">
              <a:extLst>
                <a:ext uri="{FF2B5EF4-FFF2-40B4-BE49-F238E27FC236}">
                  <a16:creationId xmlns:a16="http://schemas.microsoft.com/office/drawing/2014/main" id="{0C98DCA5-839F-96CC-90EF-74815C432530}"/>
                </a:ext>
              </a:extLst>
            </p:cNvPr>
            <p:cNvSpPr/>
            <p:nvPr/>
          </p:nvSpPr>
          <p:spPr>
            <a:xfrm>
              <a:off x="4667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7" name="Google Shape;4294;p26">
              <a:extLst>
                <a:ext uri="{FF2B5EF4-FFF2-40B4-BE49-F238E27FC236}">
                  <a16:creationId xmlns:a16="http://schemas.microsoft.com/office/drawing/2014/main" id="{48B0FCEA-4219-800F-C5F3-C9E450204C11}"/>
                </a:ext>
              </a:extLst>
            </p:cNvPr>
            <p:cNvSpPr/>
            <p:nvPr/>
          </p:nvSpPr>
          <p:spPr>
            <a:xfrm>
              <a:off x="4921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8" name="Google Shape;4295;p26">
              <a:extLst>
                <a:ext uri="{FF2B5EF4-FFF2-40B4-BE49-F238E27FC236}">
                  <a16:creationId xmlns:a16="http://schemas.microsoft.com/office/drawing/2014/main" id="{C65C8C17-F4D1-F7FF-8A11-2B16732A7DB4}"/>
                </a:ext>
              </a:extLst>
            </p:cNvPr>
            <p:cNvSpPr/>
            <p:nvPr/>
          </p:nvSpPr>
          <p:spPr>
            <a:xfrm>
              <a:off x="5175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9" name="Google Shape;4296;p26">
              <a:extLst>
                <a:ext uri="{FF2B5EF4-FFF2-40B4-BE49-F238E27FC236}">
                  <a16:creationId xmlns:a16="http://schemas.microsoft.com/office/drawing/2014/main" id="{5C3EA1AF-4AB0-AE01-35C9-1A3D15497A24}"/>
                </a:ext>
              </a:extLst>
            </p:cNvPr>
            <p:cNvSpPr/>
            <p:nvPr/>
          </p:nvSpPr>
          <p:spPr>
            <a:xfrm>
              <a:off x="5429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0" name="Google Shape;4297;p26">
              <a:extLst>
                <a:ext uri="{FF2B5EF4-FFF2-40B4-BE49-F238E27FC236}">
                  <a16:creationId xmlns:a16="http://schemas.microsoft.com/office/drawing/2014/main" id="{41D8F3BC-2B77-9234-9DD5-84B05CB63808}"/>
                </a:ext>
              </a:extLst>
            </p:cNvPr>
            <p:cNvSpPr/>
            <p:nvPr/>
          </p:nvSpPr>
          <p:spPr>
            <a:xfrm>
              <a:off x="5683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1" name="Google Shape;4298;p26">
              <a:extLst>
                <a:ext uri="{FF2B5EF4-FFF2-40B4-BE49-F238E27FC236}">
                  <a16:creationId xmlns:a16="http://schemas.microsoft.com/office/drawing/2014/main" id="{D56433B6-E98B-FA39-1FEC-4AB92ADC4CA7}"/>
                </a:ext>
              </a:extLst>
            </p:cNvPr>
            <p:cNvSpPr/>
            <p:nvPr/>
          </p:nvSpPr>
          <p:spPr>
            <a:xfrm>
              <a:off x="593725"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2" name="Google Shape;4299;p26">
              <a:extLst>
                <a:ext uri="{FF2B5EF4-FFF2-40B4-BE49-F238E27FC236}">
                  <a16:creationId xmlns:a16="http://schemas.microsoft.com/office/drawing/2014/main" id="{1A5A8C56-F3A7-82E5-B7CE-E260F60D89AE}"/>
                </a:ext>
              </a:extLst>
            </p:cNvPr>
            <p:cNvSpPr/>
            <p:nvPr/>
          </p:nvSpPr>
          <p:spPr>
            <a:xfrm>
              <a:off x="6191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3" name="Google Shape;4300;p26">
              <a:extLst>
                <a:ext uri="{FF2B5EF4-FFF2-40B4-BE49-F238E27FC236}">
                  <a16:creationId xmlns:a16="http://schemas.microsoft.com/office/drawing/2014/main" id="{F94EBA9D-27A8-7309-B261-908B0CEE5F69}"/>
                </a:ext>
              </a:extLst>
            </p:cNvPr>
            <p:cNvSpPr/>
            <p:nvPr/>
          </p:nvSpPr>
          <p:spPr>
            <a:xfrm>
              <a:off x="6445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4" name="Google Shape;4301;p26">
              <a:extLst>
                <a:ext uri="{FF2B5EF4-FFF2-40B4-BE49-F238E27FC236}">
                  <a16:creationId xmlns:a16="http://schemas.microsoft.com/office/drawing/2014/main" id="{4320FFF5-B1D5-809F-B96A-380D61ED6534}"/>
                </a:ext>
              </a:extLst>
            </p:cNvPr>
            <p:cNvSpPr/>
            <p:nvPr/>
          </p:nvSpPr>
          <p:spPr>
            <a:xfrm>
              <a:off x="6699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5" name="Google Shape;4302;p26">
              <a:extLst>
                <a:ext uri="{FF2B5EF4-FFF2-40B4-BE49-F238E27FC236}">
                  <a16:creationId xmlns:a16="http://schemas.microsoft.com/office/drawing/2014/main" id="{1D8AB907-7854-E99C-36AF-566E4658925F}"/>
                </a:ext>
              </a:extLst>
            </p:cNvPr>
            <p:cNvSpPr/>
            <p:nvPr/>
          </p:nvSpPr>
          <p:spPr>
            <a:xfrm>
              <a:off x="6953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6" name="Google Shape;4303;p26">
              <a:extLst>
                <a:ext uri="{FF2B5EF4-FFF2-40B4-BE49-F238E27FC236}">
                  <a16:creationId xmlns:a16="http://schemas.microsoft.com/office/drawing/2014/main" id="{47ACA123-C78F-F5DA-798B-77CFF8EE52CE}"/>
                </a:ext>
              </a:extLst>
            </p:cNvPr>
            <p:cNvSpPr/>
            <p:nvPr/>
          </p:nvSpPr>
          <p:spPr>
            <a:xfrm>
              <a:off x="7207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7" name="Google Shape;4304;p26">
              <a:extLst>
                <a:ext uri="{FF2B5EF4-FFF2-40B4-BE49-F238E27FC236}">
                  <a16:creationId xmlns:a16="http://schemas.microsoft.com/office/drawing/2014/main" id="{FB401FFA-4C61-C4A1-9818-45C7BDEF2F22}"/>
                </a:ext>
              </a:extLst>
            </p:cNvPr>
            <p:cNvSpPr/>
            <p:nvPr/>
          </p:nvSpPr>
          <p:spPr>
            <a:xfrm>
              <a:off x="7461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8" name="Google Shape;4305;p26">
              <a:extLst>
                <a:ext uri="{FF2B5EF4-FFF2-40B4-BE49-F238E27FC236}">
                  <a16:creationId xmlns:a16="http://schemas.microsoft.com/office/drawing/2014/main" id="{DFFAEED5-995B-1D99-86B4-8B5D042C9720}"/>
                </a:ext>
              </a:extLst>
            </p:cNvPr>
            <p:cNvSpPr/>
            <p:nvPr/>
          </p:nvSpPr>
          <p:spPr>
            <a:xfrm>
              <a:off x="7715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29" name="Google Shape;4306;p26">
              <a:extLst>
                <a:ext uri="{FF2B5EF4-FFF2-40B4-BE49-F238E27FC236}">
                  <a16:creationId xmlns:a16="http://schemas.microsoft.com/office/drawing/2014/main" id="{8DA69451-0E16-F1FC-DC90-2D42CAE90A18}"/>
                </a:ext>
              </a:extLst>
            </p:cNvPr>
            <p:cNvSpPr/>
            <p:nvPr/>
          </p:nvSpPr>
          <p:spPr>
            <a:xfrm>
              <a:off x="7969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0" name="Google Shape;4307;p26">
              <a:extLst>
                <a:ext uri="{FF2B5EF4-FFF2-40B4-BE49-F238E27FC236}">
                  <a16:creationId xmlns:a16="http://schemas.microsoft.com/office/drawing/2014/main" id="{5C056DF8-F9D2-4BB4-8E79-D2B5227F6210}"/>
                </a:ext>
              </a:extLst>
            </p:cNvPr>
            <p:cNvSpPr/>
            <p:nvPr/>
          </p:nvSpPr>
          <p:spPr>
            <a:xfrm>
              <a:off x="8223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1" name="Google Shape;4308;p26">
              <a:extLst>
                <a:ext uri="{FF2B5EF4-FFF2-40B4-BE49-F238E27FC236}">
                  <a16:creationId xmlns:a16="http://schemas.microsoft.com/office/drawing/2014/main" id="{A28EF3E4-2A61-EAAA-59A2-FFE936C8D785}"/>
                </a:ext>
              </a:extLst>
            </p:cNvPr>
            <p:cNvSpPr/>
            <p:nvPr/>
          </p:nvSpPr>
          <p:spPr>
            <a:xfrm>
              <a:off x="8477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2" name="Google Shape;4309;p26">
              <a:extLst>
                <a:ext uri="{FF2B5EF4-FFF2-40B4-BE49-F238E27FC236}">
                  <a16:creationId xmlns:a16="http://schemas.microsoft.com/office/drawing/2014/main" id="{2E41E58B-899B-E242-77F1-F7BF10FD8DA6}"/>
                </a:ext>
              </a:extLst>
            </p:cNvPr>
            <p:cNvSpPr/>
            <p:nvPr/>
          </p:nvSpPr>
          <p:spPr>
            <a:xfrm>
              <a:off x="8731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3" name="Google Shape;4310;p26">
              <a:extLst>
                <a:ext uri="{FF2B5EF4-FFF2-40B4-BE49-F238E27FC236}">
                  <a16:creationId xmlns:a16="http://schemas.microsoft.com/office/drawing/2014/main" id="{705B0F70-8602-1AFB-F593-57FD2709C2FA}"/>
                </a:ext>
              </a:extLst>
            </p:cNvPr>
            <p:cNvSpPr/>
            <p:nvPr/>
          </p:nvSpPr>
          <p:spPr>
            <a:xfrm>
              <a:off x="8985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4" name="Google Shape;4311;p26">
              <a:extLst>
                <a:ext uri="{FF2B5EF4-FFF2-40B4-BE49-F238E27FC236}">
                  <a16:creationId xmlns:a16="http://schemas.microsoft.com/office/drawing/2014/main" id="{38417DC6-3506-C342-2C86-8A5FC6182F6A}"/>
                </a:ext>
              </a:extLst>
            </p:cNvPr>
            <p:cNvSpPr/>
            <p:nvPr/>
          </p:nvSpPr>
          <p:spPr>
            <a:xfrm>
              <a:off x="923925" y="762000"/>
              <a:ext cx="31800" cy="381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5" name="Google Shape;4312;p26">
              <a:extLst>
                <a:ext uri="{FF2B5EF4-FFF2-40B4-BE49-F238E27FC236}">
                  <a16:creationId xmlns:a16="http://schemas.microsoft.com/office/drawing/2014/main" id="{545AAA47-F0B1-272D-9A71-410CE4922240}"/>
                </a:ext>
              </a:extLst>
            </p:cNvPr>
            <p:cNvSpPr/>
            <p:nvPr/>
          </p:nvSpPr>
          <p:spPr>
            <a:xfrm>
              <a:off x="949325"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6" name="Google Shape;4313;p26">
              <a:extLst>
                <a:ext uri="{FF2B5EF4-FFF2-40B4-BE49-F238E27FC236}">
                  <a16:creationId xmlns:a16="http://schemas.microsoft.com/office/drawing/2014/main" id="{DBBDEE5C-27BD-FE78-B160-C74FF64A1743}"/>
                </a:ext>
              </a:extLst>
            </p:cNvPr>
            <p:cNvSpPr/>
            <p:nvPr/>
          </p:nvSpPr>
          <p:spPr>
            <a:xfrm>
              <a:off x="9747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7" name="Google Shape;4314;p26">
              <a:extLst>
                <a:ext uri="{FF2B5EF4-FFF2-40B4-BE49-F238E27FC236}">
                  <a16:creationId xmlns:a16="http://schemas.microsoft.com/office/drawing/2014/main" id="{BC483926-FB49-1FBB-0F2C-91A995F6E601}"/>
                </a:ext>
              </a:extLst>
            </p:cNvPr>
            <p:cNvSpPr/>
            <p:nvPr/>
          </p:nvSpPr>
          <p:spPr>
            <a:xfrm>
              <a:off x="10001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8" name="Google Shape;4315;p26">
              <a:extLst>
                <a:ext uri="{FF2B5EF4-FFF2-40B4-BE49-F238E27FC236}">
                  <a16:creationId xmlns:a16="http://schemas.microsoft.com/office/drawing/2014/main" id="{C5D4E124-7FC7-908C-E8EE-6920621D629F}"/>
                </a:ext>
              </a:extLst>
            </p:cNvPr>
            <p:cNvSpPr/>
            <p:nvPr/>
          </p:nvSpPr>
          <p:spPr>
            <a:xfrm>
              <a:off x="10255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39" name="Google Shape;4316;p26">
              <a:extLst>
                <a:ext uri="{FF2B5EF4-FFF2-40B4-BE49-F238E27FC236}">
                  <a16:creationId xmlns:a16="http://schemas.microsoft.com/office/drawing/2014/main" id="{7A9B06DB-A57F-8C6B-84D6-5E5BEA7910AA}"/>
                </a:ext>
              </a:extLst>
            </p:cNvPr>
            <p:cNvSpPr/>
            <p:nvPr/>
          </p:nvSpPr>
          <p:spPr>
            <a:xfrm>
              <a:off x="10509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0" name="Google Shape;4317;p26">
              <a:extLst>
                <a:ext uri="{FF2B5EF4-FFF2-40B4-BE49-F238E27FC236}">
                  <a16:creationId xmlns:a16="http://schemas.microsoft.com/office/drawing/2014/main" id="{B60EAB5D-2E0E-7CD5-3C70-4A0351B41162}"/>
                </a:ext>
              </a:extLst>
            </p:cNvPr>
            <p:cNvSpPr/>
            <p:nvPr/>
          </p:nvSpPr>
          <p:spPr>
            <a:xfrm>
              <a:off x="10763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1" name="Google Shape;4318;p26">
              <a:extLst>
                <a:ext uri="{FF2B5EF4-FFF2-40B4-BE49-F238E27FC236}">
                  <a16:creationId xmlns:a16="http://schemas.microsoft.com/office/drawing/2014/main" id="{6F0E890A-ADC9-AB3D-5D6D-E785A724CEC8}"/>
                </a:ext>
              </a:extLst>
            </p:cNvPr>
            <p:cNvSpPr/>
            <p:nvPr/>
          </p:nvSpPr>
          <p:spPr>
            <a:xfrm>
              <a:off x="11017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2" name="Google Shape;4319;p26">
              <a:extLst>
                <a:ext uri="{FF2B5EF4-FFF2-40B4-BE49-F238E27FC236}">
                  <a16:creationId xmlns:a16="http://schemas.microsoft.com/office/drawing/2014/main" id="{8E10E1AA-F1FE-F64D-C340-B23C6629D90F}"/>
                </a:ext>
              </a:extLst>
            </p:cNvPr>
            <p:cNvSpPr/>
            <p:nvPr/>
          </p:nvSpPr>
          <p:spPr>
            <a:xfrm>
              <a:off x="11271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3" name="Google Shape;4320;p26">
              <a:extLst>
                <a:ext uri="{FF2B5EF4-FFF2-40B4-BE49-F238E27FC236}">
                  <a16:creationId xmlns:a16="http://schemas.microsoft.com/office/drawing/2014/main" id="{C0135E8B-1A5A-A91A-C060-0020A8213B0C}"/>
                </a:ext>
              </a:extLst>
            </p:cNvPr>
            <p:cNvSpPr/>
            <p:nvPr/>
          </p:nvSpPr>
          <p:spPr>
            <a:xfrm>
              <a:off x="11525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4" name="Google Shape;4321;p26">
              <a:extLst>
                <a:ext uri="{FF2B5EF4-FFF2-40B4-BE49-F238E27FC236}">
                  <a16:creationId xmlns:a16="http://schemas.microsoft.com/office/drawing/2014/main" id="{CD49CC7E-623B-8D9F-AD50-DCE23932B8A6}"/>
                </a:ext>
              </a:extLst>
            </p:cNvPr>
            <p:cNvSpPr/>
            <p:nvPr/>
          </p:nvSpPr>
          <p:spPr>
            <a:xfrm>
              <a:off x="11779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5" name="Google Shape;4322;p26">
              <a:extLst>
                <a:ext uri="{FF2B5EF4-FFF2-40B4-BE49-F238E27FC236}">
                  <a16:creationId xmlns:a16="http://schemas.microsoft.com/office/drawing/2014/main" id="{977A5C53-57AF-83AB-7FF1-3B31892BB9B5}"/>
                </a:ext>
              </a:extLst>
            </p:cNvPr>
            <p:cNvSpPr/>
            <p:nvPr/>
          </p:nvSpPr>
          <p:spPr>
            <a:xfrm>
              <a:off x="12033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6" name="Google Shape;4323;p26">
              <a:extLst>
                <a:ext uri="{FF2B5EF4-FFF2-40B4-BE49-F238E27FC236}">
                  <a16:creationId xmlns:a16="http://schemas.microsoft.com/office/drawing/2014/main" id="{CC4F700B-43E4-40CC-5236-10524418F63D}"/>
                </a:ext>
              </a:extLst>
            </p:cNvPr>
            <p:cNvSpPr/>
            <p:nvPr/>
          </p:nvSpPr>
          <p:spPr>
            <a:xfrm>
              <a:off x="1228725" y="762000"/>
              <a:ext cx="31800" cy="381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7" name="Google Shape;4324;p26">
              <a:extLst>
                <a:ext uri="{FF2B5EF4-FFF2-40B4-BE49-F238E27FC236}">
                  <a16:creationId xmlns:a16="http://schemas.microsoft.com/office/drawing/2014/main" id="{9A3131BC-C50A-E76F-8DF2-794F4A26A5AB}"/>
                </a:ext>
              </a:extLst>
            </p:cNvPr>
            <p:cNvSpPr/>
            <p:nvPr/>
          </p:nvSpPr>
          <p:spPr>
            <a:xfrm>
              <a:off x="12541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8" name="Google Shape;4325;p26">
              <a:extLst>
                <a:ext uri="{FF2B5EF4-FFF2-40B4-BE49-F238E27FC236}">
                  <a16:creationId xmlns:a16="http://schemas.microsoft.com/office/drawing/2014/main" id="{0244BC90-3D03-4541-75F8-08DF89C937F9}"/>
                </a:ext>
              </a:extLst>
            </p:cNvPr>
            <p:cNvSpPr/>
            <p:nvPr/>
          </p:nvSpPr>
          <p:spPr>
            <a:xfrm>
              <a:off x="12795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49" name="Google Shape;4326;p26">
              <a:extLst>
                <a:ext uri="{FF2B5EF4-FFF2-40B4-BE49-F238E27FC236}">
                  <a16:creationId xmlns:a16="http://schemas.microsoft.com/office/drawing/2014/main" id="{FA885BB1-9B7D-A08E-45ED-EC6AC6D6C087}"/>
                </a:ext>
              </a:extLst>
            </p:cNvPr>
            <p:cNvSpPr/>
            <p:nvPr/>
          </p:nvSpPr>
          <p:spPr>
            <a:xfrm>
              <a:off x="13049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0" name="Google Shape;4327;p26">
              <a:extLst>
                <a:ext uri="{FF2B5EF4-FFF2-40B4-BE49-F238E27FC236}">
                  <a16:creationId xmlns:a16="http://schemas.microsoft.com/office/drawing/2014/main" id="{B9FB47E6-417A-CC09-F89B-E3A0F0DB905B}"/>
                </a:ext>
              </a:extLst>
            </p:cNvPr>
            <p:cNvSpPr/>
            <p:nvPr/>
          </p:nvSpPr>
          <p:spPr>
            <a:xfrm>
              <a:off x="13303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1" name="Google Shape;4328;p26">
              <a:extLst>
                <a:ext uri="{FF2B5EF4-FFF2-40B4-BE49-F238E27FC236}">
                  <a16:creationId xmlns:a16="http://schemas.microsoft.com/office/drawing/2014/main" id="{B2410532-1B3D-8C35-D9AC-39FA01716EAB}"/>
                </a:ext>
              </a:extLst>
            </p:cNvPr>
            <p:cNvSpPr/>
            <p:nvPr/>
          </p:nvSpPr>
          <p:spPr>
            <a:xfrm>
              <a:off x="13557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2" name="Google Shape;4329;p26">
              <a:extLst>
                <a:ext uri="{FF2B5EF4-FFF2-40B4-BE49-F238E27FC236}">
                  <a16:creationId xmlns:a16="http://schemas.microsoft.com/office/drawing/2014/main" id="{99833D00-699F-D634-CE38-EEC14F0BA9FA}"/>
                </a:ext>
              </a:extLst>
            </p:cNvPr>
            <p:cNvSpPr/>
            <p:nvPr/>
          </p:nvSpPr>
          <p:spPr>
            <a:xfrm>
              <a:off x="13811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3" name="Google Shape;4330;p26">
              <a:extLst>
                <a:ext uri="{FF2B5EF4-FFF2-40B4-BE49-F238E27FC236}">
                  <a16:creationId xmlns:a16="http://schemas.microsoft.com/office/drawing/2014/main" id="{ED0193C5-B0B5-5258-8302-CD0A56F05490}"/>
                </a:ext>
              </a:extLst>
            </p:cNvPr>
            <p:cNvSpPr/>
            <p:nvPr/>
          </p:nvSpPr>
          <p:spPr>
            <a:xfrm>
              <a:off x="14065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4" name="Google Shape;4331;p26">
              <a:extLst>
                <a:ext uri="{FF2B5EF4-FFF2-40B4-BE49-F238E27FC236}">
                  <a16:creationId xmlns:a16="http://schemas.microsoft.com/office/drawing/2014/main" id="{4BF33807-0785-13FC-C1B0-937299653D8E}"/>
                </a:ext>
              </a:extLst>
            </p:cNvPr>
            <p:cNvSpPr/>
            <p:nvPr/>
          </p:nvSpPr>
          <p:spPr>
            <a:xfrm>
              <a:off x="14319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5" name="Google Shape;4332;p26">
              <a:extLst>
                <a:ext uri="{FF2B5EF4-FFF2-40B4-BE49-F238E27FC236}">
                  <a16:creationId xmlns:a16="http://schemas.microsoft.com/office/drawing/2014/main" id="{3EF9B62E-F18D-BECC-C193-E0FE6272C643}"/>
                </a:ext>
              </a:extLst>
            </p:cNvPr>
            <p:cNvSpPr/>
            <p:nvPr/>
          </p:nvSpPr>
          <p:spPr>
            <a:xfrm>
              <a:off x="14573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6" name="Google Shape;4333;p26">
              <a:extLst>
                <a:ext uri="{FF2B5EF4-FFF2-40B4-BE49-F238E27FC236}">
                  <a16:creationId xmlns:a16="http://schemas.microsoft.com/office/drawing/2014/main" id="{F2B125CF-7453-7A36-60F9-2E396AB5AB97}"/>
                </a:ext>
              </a:extLst>
            </p:cNvPr>
            <p:cNvSpPr/>
            <p:nvPr/>
          </p:nvSpPr>
          <p:spPr>
            <a:xfrm>
              <a:off x="14827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7" name="Google Shape;4334;p26">
              <a:extLst>
                <a:ext uri="{FF2B5EF4-FFF2-40B4-BE49-F238E27FC236}">
                  <a16:creationId xmlns:a16="http://schemas.microsoft.com/office/drawing/2014/main" id="{8128E004-F40C-3A95-1F7C-8C7C3A56E462}"/>
                </a:ext>
              </a:extLst>
            </p:cNvPr>
            <p:cNvSpPr/>
            <p:nvPr/>
          </p:nvSpPr>
          <p:spPr>
            <a:xfrm>
              <a:off x="1508125" y="762000"/>
              <a:ext cx="31800" cy="381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8" name="Google Shape;4335;p26">
              <a:extLst>
                <a:ext uri="{FF2B5EF4-FFF2-40B4-BE49-F238E27FC236}">
                  <a16:creationId xmlns:a16="http://schemas.microsoft.com/office/drawing/2014/main" id="{E7C000AF-3241-872A-2FDD-6CF69C3BCF17}"/>
                </a:ext>
              </a:extLst>
            </p:cNvPr>
            <p:cNvSpPr/>
            <p:nvPr/>
          </p:nvSpPr>
          <p:spPr>
            <a:xfrm>
              <a:off x="1533525"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59" name="Google Shape;4336;p26">
              <a:extLst>
                <a:ext uri="{FF2B5EF4-FFF2-40B4-BE49-F238E27FC236}">
                  <a16:creationId xmlns:a16="http://schemas.microsoft.com/office/drawing/2014/main" id="{ADEF4843-2401-A2DE-B034-4EE29153DC2C}"/>
                </a:ext>
              </a:extLst>
            </p:cNvPr>
            <p:cNvSpPr/>
            <p:nvPr/>
          </p:nvSpPr>
          <p:spPr>
            <a:xfrm>
              <a:off x="15589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60" name="Google Shape;4337;p26">
              <a:extLst>
                <a:ext uri="{FF2B5EF4-FFF2-40B4-BE49-F238E27FC236}">
                  <a16:creationId xmlns:a16="http://schemas.microsoft.com/office/drawing/2014/main" id="{04D10B6D-5BA5-BEA5-C155-877EE34FD213}"/>
                </a:ext>
              </a:extLst>
            </p:cNvPr>
            <p:cNvSpPr/>
            <p:nvPr/>
          </p:nvSpPr>
          <p:spPr>
            <a:xfrm>
              <a:off x="15843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61" name="Google Shape;4338;p26">
              <a:extLst>
                <a:ext uri="{FF2B5EF4-FFF2-40B4-BE49-F238E27FC236}">
                  <a16:creationId xmlns:a16="http://schemas.microsoft.com/office/drawing/2014/main" id="{23B85094-3A3F-CC86-DACD-7FB8AB28CEF8}"/>
                </a:ext>
              </a:extLst>
            </p:cNvPr>
            <p:cNvSpPr/>
            <p:nvPr/>
          </p:nvSpPr>
          <p:spPr>
            <a:xfrm>
              <a:off x="16097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62" name="Google Shape;4339;p26">
              <a:extLst>
                <a:ext uri="{FF2B5EF4-FFF2-40B4-BE49-F238E27FC236}">
                  <a16:creationId xmlns:a16="http://schemas.microsoft.com/office/drawing/2014/main" id="{0DF7F0ED-83C2-1023-2D27-7BFEA0C9E6AA}"/>
                </a:ext>
              </a:extLst>
            </p:cNvPr>
            <p:cNvSpPr/>
            <p:nvPr/>
          </p:nvSpPr>
          <p:spPr>
            <a:xfrm>
              <a:off x="16351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63" name="Google Shape;4340;p26">
              <a:extLst>
                <a:ext uri="{FF2B5EF4-FFF2-40B4-BE49-F238E27FC236}">
                  <a16:creationId xmlns:a16="http://schemas.microsoft.com/office/drawing/2014/main" id="{7A683299-9042-EBF1-6E31-2B29065A180E}"/>
                </a:ext>
              </a:extLst>
            </p:cNvPr>
            <p:cNvSpPr/>
            <p:nvPr/>
          </p:nvSpPr>
          <p:spPr>
            <a:xfrm>
              <a:off x="16605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3" name="Google Shape;4341;p26">
              <a:extLst>
                <a:ext uri="{FF2B5EF4-FFF2-40B4-BE49-F238E27FC236}">
                  <a16:creationId xmlns:a16="http://schemas.microsoft.com/office/drawing/2014/main" id="{46BF2C49-2BD1-7F33-851E-8B95ED3406B9}"/>
                </a:ext>
              </a:extLst>
            </p:cNvPr>
            <p:cNvSpPr/>
            <p:nvPr/>
          </p:nvSpPr>
          <p:spPr>
            <a:xfrm>
              <a:off x="16859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4" name="Google Shape;4342;p26">
              <a:extLst>
                <a:ext uri="{FF2B5EF4-FFF2-40B4-BE49-F238E27FC236}">
                  <a16:creationId xmlns:a16="http://schemas.microsoft.com/office/drawing/2014/main" id="{E98C66AE-8A4C-58B8-6BD6-D6A448F457DF}"/>
                </a:ext>
              </a:extLst>
            </p:cNvPr>
            <p:cNvSpPr/>
            <p:nvPr/>
          </p:nvSpPr>
          <p:spPr>
            <a:xfrm>
              <a:off x="17113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5" name="Google Shape;4343;p26">
              <a:extLst>
                <a:ext uri="{FF2B5EF4-FFF2-40B4-BE49-F238E27FC236}">
                  <a16:creationId xmlns:a16="http://schemas.microsoft.com/office/drawing/2014/main" id="{0694A4FA-B52F-915D-25A4-CD39E5B3974E}"/>
                </a:ext>
              </a:extLst>
            </p:cNvPr>
            <p:cNvSpPr/>
            <p:nvPr/>
          </p:nvSpPr>
          <p:spPr>
            <a:xfrm>
              <a:off x="17367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6" name="Google Shape;4344;p26">
              <a:extLst>
                <a:ext uri="{FF2B5EF4-FFF2-40B4-BE49-F238E27FC236}">
                  <a16:creationId xmlns:a16="http://schemas.microsoft.com/office/drawing/2014/main" id="{0780A06D-E69C-51DA-01D3-199DAFB7B7B2}"/>
                </a:ext>
              </a:extLst>
            </p:cNvPr>
            <p:cNvSpPr/>
            <p:nvPr/>
          </p:nvSpPr>
          <p:spPr>
            <a:xfrm>
              <a:off x="17621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7" name="Google Shape;4345;p26">
              <a:extLst>
                <a:ext uri="{FF2B5EF4-FFF2-40B4-BE49-F238E27FC236}">
                  <a16:creationId xmlns:a16="http://schemas.microsoft.com/office/drawing/2014/main" id="{6247E0E1-9534-FA33-784B-91F6C435DECE}"/>
                </a:ext>
              </a:extLst>
            </p:cNvPr>
            <p:cNvSpPr/>
            <p:nvPr/>
          </p:nvSpPr>
          <p:spPr>
            <a:xfrm>
              <a:off x="1787525"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8" name="Google Shape;4346;p26">
              <a:extLst>
                <a:ext uri="{FF2B5EF4-FFF2-40B4-BE49-F238E27FC236}">
                  <a16:creationId xmlns:a16="http://schemas.microsoft.com/office/drawing/2014/main" id="{D3AE4873-64EB-7CD4-BE9C-8BDC3A7B90EA}"/>
                </a:ext>
              </a:extLst>
            </p:cNvPr>
            <p:cNvSpPr/>
            <p:nvPr/>
          </p:nvSpPr>
          <p:spPr>
            <a:xfrm>
              <a:off x="18129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79" name="Google Shape;4347;p26">
              <a:extLst>
                <a:ext uri="{FF2B5EF4-FFF2-40B4-BE49-F238E27FC236}">
                  <a16:creationId xmlns:a16="http://schemas.microsoft.com/office/drawing/2014/main" id="{2D2E98D3-CDDA-0D1D-A35E-1720AC4B4443}"/>
                </a:ext>
              </a:extLst>
            </p:cNvPr>
            <p:cNvSpPr/>
            <p:nvPr/>
          </p:nvSpPr>
          <p:spPr>
            <a:xfrm>
              <a:off x="18383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0" name="Google Shape;4348;p26">
              <a:extLst>
                <a:ext uri="{FF2B5EF4-FFF2-40B4-BE49-F238E27FC236}">
                  <a16:creationId xmlns:a16="http://schemas.microsoft.com/office/drawing/2014/main" id="{F4A2EEFB-C686-9C88-7D60-73BEAFFC0759}"/>
                </a:ext>
              </a:extLst>
            </p:cNvPr>
            <p:cNvSpPr/>
            <p:nvPr/>
          </p:nvSpPr>
          <p:spPr>
            <a:xfrm>
              <a:off x="18637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1" name="Google Shape;4349;p26">
              <a:extLst>
                <a:ext uri="{FF2B5EF4-FFF2-40B4-BE49-F238E27FC236}">
                  <a16:creationId xmlns:a16="http://schemas.microsoft.com/office/drawing/2014/main" id="{73ABB99E-E55D-4F9B-8E0F-F05A5D6DBBB8}"/>
                </a:ext>
              </a:extLst>
            </p:cNvPr>
            <p:cNvSpPr/>
            <p:nvPr/>
          </p:nvSpPr>
          <p:spPr>
            <a:xfrm>
              <a:off x="18891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2" name="Google Shape;4350;p26">
              <a:extLst>
                <a:ext uri="{FF2B5EF4-FFF2-40B4-BE49-F238E27FC236}">
                  <a16:creationId xmlns:a16="http://schemas.microsoft.com/office/drawing/2014/main" id="{E214DE37-CC04-BB82-F739-D87C90F49054}"/>
                </a:ext>
              </a:extLst>
            </p:cNvPr>
            <p:cNvSpPr/>
            <p:nvPr/>
          </p:nvSpPr>
          <p:spPr>
            <a:xfrm>
              <a:off x="19145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3" name="Google Shape;4351;p26">
              <a:extLst>
                <a:ext uri="{FF2B5EF4-FFF2-40B4-BE49-F238E27FC236}">
                  <a16:creationId xmlns:a16="http://schemas.microsoft.com/office/drawing/2014/main" id="{6C376888-24D5-0FC6-DD75-520A21C9FC37}"/>
                </a:ext>
              </a:extLst>
            </p:cNvPr>
            <p:cNvSpPr/>
            <p:nvPr/>
          </p:nvSpPr>
          <p:spPr>
            <a:xfrm>
              <a:off x="19399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4" name="Google Shape;4352;p26">
              <a:extLst>
                <a:ext uri="{FF2B5EF4-FFF2-40B4-BE49-F238E27FC236}">
                  <a16:creationId xmlns:a16="http://schemas.microsoft.com/office/drawing/2014/main" id="{1A89109E-0705-E17B-015F-62C8C0AF4492}"/>
                </a:ext>
              </a:extLst>
            </p:cNvPr>
            <p:cNvSpPr/>
            <p:nvPr/>
          </p:nvSpPr>
          <p:spPr>
            <a:xfrm>
              <a:off x="19653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5" name="Google Shape;4353;p26">
              <a:extLst>
                <a:ext uri="{FF2B5EF4-FFF2-40B4-BE49-F238E27FC236}">
                  <a16:creationId xmlns:a16="http://schemas.microsoft.com/office/drawing/2014/main" id="{80CE3542-572B-F385-911E-9C90D4A918EE}"/>
                </a:ext>
              </a:extLst>
            </p:cNvPr>
            <p:cNvSpPr/>
            <p:nvPr/>
          </p:nvSpPr>
          <p:spPr>
            <a:xfrm>
              <a:off x="19907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6" name="Google Shape;4354;p26">
              <a:extLst>
                <a:ext uri="{FF2B5EF4-FFF2-40B4-BE49-F238E27FC236}">
                  <a16:creationId xmlns:a16="http://schemas.microsoft.com/office/drawing/2014/main" id="{54AD3341-68F0-E564-14B4-1EA5BE53C8BB}"/>
                </a:ext>
              </a:extLst>
            </p:cNvPr>
            <p:cNvSpPr/>
            <p:nvPr/>
          </p:nvSpPr>
          <p:spPr>
            <a:xfrm>
              <a:off x="20161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7" name="Google Shape;4355;p26">
              <a:extLst>
                <a:ext uri="{FF2B5EF4-FFF2-40B4-BE49-F238E27FC236}">
                  <a16:creationId xmlns:a16="http://schemas.microsoft.com/office/drawing/2014/main" id="{6DC44A03-3DAC-29EA-4A4E-8E97B26C2CA2}"/>
                </a:ext>
              </a:extLst>
            </p:cNvPr>
            <p:cNvSpPr/>
            <p:nvPr/>
          </p:nvSpPr>
          <p:spPr>
            <a:xfrm>
              <a:off x="20415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8" name="Google Shape;4356;p26">
              <a:extLst>
                <a:ext uri="{FF2B5EF4-FFF2-40B4-BE49-F238E27FC236}">
                  <a16:creationId xmlns:a16="http://schemas.microsoft.com/office/drawing/2014/main" id="{E0474F69-C53F-71C3-1ADA-9D1F09A61E89}"/>
                </a:ext>
              </a:extLst>
            </p:cNvPr>
            <p:cNvSpPr/>
            <p:nvPr/>
          </p:nvSpPr>
          <p:spPr>
            <a:xfrm>
              <a:off x="20669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89" name="Google Shape;4357;p26">
              <a:extLst>
                <a:ext uri="{FF2B5EF4-FFF2-40B4-BE49-F238E27FC236}">
                  <a16:creationId xmlns:a16="http://schemas.microsoft.com/office/drawing/2014/main" id="{85F9DE15-193A-9F01-2F0C-B5CDDAD59DB3}"/>
                </a:ext>
              </a:extLst>
            </p:cNvPr>
            <p:cNvSpPr/>
            <p:nvPr/>
          </p:nvSpPr>
          <p:spPr>
            <a:xfrm>
              <a:off x="20923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0" name="Google Shape;4358;p26">
              <a:extLst>
                <a:ext uri="{FF2B5EF4-FFF2-40B4-BE49-F238E27FC236}">
                  <a16:creationId xmlns:a16="http://schemas.microsoft.com/office/drawing/2014/main" id="{250CA741-470B-6478-7E54-0359A0F2B950}"/>
                </a:ext>
              </a:extLst>
            </p:cNvPr>
            <p:cNvSpPr/>
            <p:nvPr/>
          </p:nvSpPr>
          <p:spPr>
            <a:xfrm>
              <a:off x="21177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1" name="Google Shape;4359;p26">
              <a:extLst>
                <a:ext uri="{FF2B5EF4-FFF2-40B4-BE49-F238E27FC236}">
                  <a16:creationId xmlns:a16="http://schemas.microsoft.com/office/drawing/2014/main" id="{55DD6CBF-3975-1A08-0287-873A904EFBFD}"/>
                </a:ext>
              </a:extLst>
            </p:cNvPr>
            <p:cNvSpPr/>
            <p:nvPr/>
          </p:nvSpPr>
          <p:spPr>
            <a:xfrm>
              <a:off x="21431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2" name="Google Shape;4360;p26">
              <a:extLst>
                <a:ext uri="{FF2B5EF4-FFF2-40B4-BE49-F238E27FC236}">
                  <a16:creationId xmlns:a16="http://schemas.microsoft.com/office/drawing/2014/main" id="{96C2A5C2-49F3-BA0F-BDF3-D13BAC075AEF}"/>
                </a:ext>
              </a:extLst>
            </p:cNvPr>
            <p:cNvSpPr/>
            <p:nvPr/>
          </p:nvSpPr>
          <p:spPr>
            <a:xfrm>
              <a:off x="21685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3" name="Google Shape;4361;p26">
              <a:extLst>
                <a:ext uri="{FF2B5EF4-FFF2-40B4-BE49-F238E27FC236}">
                  <a16:creationId xmlns:a16="http://schemas.microsoft.com/office/drawing/2014/main" id="{E784C389-96F3-5AE8-9647-BA338FD12724}"/>
                </a:ext>
              </a:extLst>
            </p:cNvPr>
            <p:cNvSpPr/>
            <p:nvPr/>
          </p:nvSpPr>
          <p:spPr>
            <a:xfrm>
              <a:off x="21939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4" name="Google Shape;4362;p26">
              <a:extLst>
                <a:ext uri="{FF2B5EF4-FFF2-40B4-BE49-F238E27FC236}">
                  <a16:creationId xmlns:a16="http://schemas.microsoft.com/office/drawing/2014/main" id="{C1D91E63-EEED-0DB6-11EF-94375266347A}"/>
                </a:ext>
              </a:extLst>
            </p:cNvPr>
            <p:cNvSpPr/>
            <p:nvPr/>
          </p:nvSpPr>
          <p:spPr>
            <a:xfrm>
              <a:off x="22193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5" name="Google Shape;4363;p26">
              <a:extLst>
                <a:ext uri="{FF2B5EF4-FFF2-40B4-BE49-F238E27FC236}">
                  <a16:creationId xmlns:a16="http://schemas.microsoft.com/office/drawing/2014/main" id="{24A963A8-E9F3-C2A1-8E8A-37313BAA1E79}"/>
                </a:ext>
              </a:extLst>
            </p:cNvPr>
            <p:cNvSpPr/>
            <p:nvPr/>
          </p:nvSpPr>
          <p:spPr>
            <a:xfrm>
              <a:off x="22447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6" name="Google Shape;4364;p26">
              <a:extLst>
                <a:ext uri="{FF2B5EF4-FFF2-40B4-BE49-F238E27FC236}">
                  <a16:creationId xmlns:a16="http://schemas.microsoft.com/office/drawing/2014/main" id="{15C0ABC7-FB17-6EAB-DB0F-D67C8C3D5737}"/>
                </a:ext>
              </a:extLst>
            </p:cNvPr>
            <p:cNvSpPr/>
            <p:nvPr/>
          </p:nvSpPr>
          <p:spPr>
            <a:xfrm>
              <a:off x="22701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7" name="Google Shape;4365;p26">
              <a:extLst>
                <a:ext uri="{FF2B5EF4-FFF2-40B4-BE49-F238E27FC236}">
                  <a16:creationId xmlns:a16="http://schemas.microsoft.com/office/drawing/2014/main" id="{6D6DFFEC-90D5-EAC8-5F97-B577C5F2C087}"/>
                </a:ext>
              </a:extLst>
            </p:cNvPr>
            <p:cNvSpPr/>
            <p:nvPr/>
          </p:nvSpPr>
          <p:spPr>
            <a:xfrm>
              <a:off x="22955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8" name="Google Shape;4366;p26">
              <a:extLst>
                <a:ext uri="{FF2B5EF4-FFF2-40B4-BE49-F238E27FC236}">
                  <a16:creationId xmlns:a16="http://schemas.microsoft.com/office/drawing/2014/main" id="{86E43B39-2FE6-ACE4-C466-0C60E0670330}"/>
                </a:ext>
              </a:extLst>
            </p:cNvPr>
            <p:cNvSpPr/>
            <p:nvPr/>
          </p:nvSpPr>
          <p:spPr>
            <a:xfrm>
              <a:off x="23209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399" name="Google Shape;4367;p26">
              <a:extLst>
                <a:ext uri="{FF2B5EF4-FFF2-40B4-BE49-F238E27FC236}">
                  <a16:creationId xmlns:a16="http://schemas.microsoft.com/office/drawing/2014/main" id="{4480E97F-F567-AF8C-722C-44A569798C36}"/>
                </a:ext>
              </a:extLst>
            </p:cNvPr>
            <p:cNvSpPr/>
            <p:nvPr/>
          </p:nvSpPr>
          <p:spPr>
            <a:xfrm>
              <a:off x="2346325"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0" name="Google Shape;4368;p26">
              <a:extLst>
                <a:ext uri="{FF2B5EF4-FFF2-40B4-BE49-F238E27FC236}">
                  <a16:creationId xmlns:a16="http://schemas.microsoft.com/office/drawing/2014/main" id="{46FD7C01-0DFD-B55C-E525-7AB9313BF5F1}"/>
                </a:ext>
              </a:extLst>
            </p:cNvPr>
            <p:cNvSpPr/>
            <p:nvPr/>
          </p:nvSpPr>
          <p:spPr>
            <a:xfrm>
              <a:off x="2371725"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1" name="Google Shape;4369;p26">
              <a:extLst>
                <a:ext uri="{FF2B5EF4-FFF2-40B4-BE49-F238E27FC236}">
                  <a16:creationId xmlns:a16="http://schemas.microsoft.com/office/drawing/2014/main" id="{D54B9FBB-978F-4867-4305-C68012A684CE}"/>
                </a:ext>
              </a:extLst>
            </p:cNvPr>
            <p:cNvSpPr/>
            <p:nvPr/>
          </p:nvSpPr>
          <p:spPr>
            <a:xfrm>
              <a:off x="23971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2" name="Google Shape;4370;p26">
              <a:extLst>
                <a:ext uri="{FF2B5EF4-FFF2-40B4-BE49-F238E27FC236}">
                  <a16:creationId xmlns:a16="http://schemas.microsoft.com/office/drawing/2014/main" id="{6522A3BE-E93D-775A-929F-1ECC9A584D6E}"/>
                </a:ext>
              </a:extLst>
            </p:cNvPr>
            <p:cNvSpPr/>
            <p:nvPr/>
          </p:nvSpPr>
          <p:spPr>
            <a:xfrm>
              <a:off x="24225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3" name="Google Shape;4371;p26">
              <a:extLst>
                <a:ext uri="{FF2B5EF4-FFF2-40B4-BE49-F238E27FC236}">
                  <a16:creationId xmlns:a16="http://schemas.microsoft.com/office/drawing/2014/main" id="{497C8337-3F41-5806-E98F-9EA749CC22B1}"/>
                </a:ext>
              </a:extLst>
            </p:cNvPr>
            <p:cNvSpPr/>
            <p:nvPr/>
          </p:nvSpPr>
          <p:spPr>
            <a:xfrm>
              <a:off x="24479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4" name="Google Shape;4372;p26">
              <a:extLst>
                <a:ext uri="{FF2B5EF4-FFF2-40B4-BE49-F238E27FC236}">
                  <a16:creationId xmlns:a16="http://schemas.microsoft.com/office/drawing/2014/main" id="{28658AA5-9B9C-897B-CCC7-BC70E458BFA4}"/>
                </a:ext>
              </a:extLst>
            </p:cNvPr>
            <p:cNvSpPr/>
            <p:nvPr/>
          </p:nvSpPr>
          <p:spPr>
            <a:xfrm>
              <a:off x="24733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5" name="Google Shape;4373;p26">
              <a:extLst>
                <a:ext uri="{FF2B5EF4-FFF2-40B4-BE49-F238E27FC236}">
                  <a16:creationId xmlns:a16="http://schemas.microsoft.com/office/drawing/2014/main" id="{ABA4687B-0317-5C2D-3A27-2209663B8BC0}"/>
                </a:ext>
              </a:extLst>
            </p:cNvPr>
            <p:cNvSpPr/>
            <p:nvPr/>
          </p:nvSpPr>
          <p:spPr>
            <a:xfrm>
              <a:off x="24987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6" name="Google Shape;4374;p26">
              <a:extLst>
                <a:ext uri="{FF2B5EF4-FFF2-40B4-BE49-F238E27FC236}">
                  <a16:creationId xmlns:a16="http://schemas.microsoft.com/office/drawing/2014/main" id="{30D019FC-5CF7-A01E-9C77-F4454C7A6CA6}"/>
                </a:ext>
              </a:extLst>
            </p:cNvPr>
            <p:cNvSpPr/>
            <p:nvPr/>
          </p:nvSpPr>
          <p:spPr>
            <a:xfrm>
              <a:off x="25241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7" name="Google Shape;4375;p26">
              <a:extLst>
                <a:ext uri="{FF2B5EF4-FFF2-40B4-BE49-F238E27FC236}">
                  <a16:creationId xmlns:a16="http://schemas.microsoft.com/office/drawing/2014/main" id="{1C697962-F9D3-C81C-1F44-BDCB9C9ABFEA}"/>
                </a:ext>
              </a:extLst>
            </p:cNvPr>
            <p:cNvSpPr/>
            <p:nvPr/>
          </p:nvSpPr>
          <p:spPr>
            <a:xfrm>
              <a:off x="25495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2" name="Google Shape;4376;p26">
              <a:extLst>
                <a:ext uri="{FF2B5EF4-FFF2-40B4-BE49-F238E27FC236}">
                  <a16:creationId xmlns:a16="http://schemas.microsoft.com/office/drawing/2014/main" id="{CEFA0B27-4247-214C-F007-9EA7896737DD}"/>
                </a:ext>
              </a:extLst>
            </p:cNvPr>
            <p:cNvSpPr/>
            <p:nvPr/>
          </p:nvSpPr>
          <p:spPr>
            <a:xfrm>
              <a:off x="25749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3" name="Google Shape;4377;p26">
              <a:extLst>
                <a:ext uri="{FF2B5EF4-FFF2-40B4-BE49-F238E27FC236}">
                  <a16:creationId xmlns:a16="http://schemas.microsoft.com/office/drawing/2014/main" id="{4018DCBC-0919-3017-90D4-4F5B7E3A6830}"/>
                </a:ext>
              </a:extLst>
            </p:cNvPr>
            <p:cNvSpPr/>
            <p:nvPr/>
          </p:nvSpPr>
          <p:spPr>
            <a:xfrm>
              <a:off x="26003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4" name="Google Shape;4378;p26">
              <a:extLst>
                <a:ext uri="{FF2B5EF4-FFF2-40B4-BE49-F238E27FC236}">
                  <a16:creationId xmlns:a16="http://schemas.microsoft.com/office/drawing/2014/main" id="{1F1AA698-11EA-7FBF-9F0C-554C448ACA86}"/>
                </a:ext>
              </a:extLst>
            </p:cNvPr>
            <p:cNvSpPr/>
            <p:nvPr/>
          </p:nvSpPr>
          <p:spPr>
            <a:xfrm>
              <a:off x="26257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5" name="Google Shape;4379;p26">
              <a:extLst>
                <a:ext uri="{FF2B5EF4-FFF2-40B4-BE49-F238E27FC236}">
                  <a16:creationId xmlns:a16="http://schemas.microsoft.com/office/drawing/2014/main" id="{4953B076-9E5E-9194-A77A-C23C56779D2D}"/>
                </a:ext>
              </a:extLst>
            </p:cNvPr>
            <p:cNvSpPr/>
            <p:nvPr/>
          </p:nvSpPr>
          <p:spPr>
            <a:xfrm>
              <a:off x="26511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6" name="Google Shape;4380;p26">
              <a:extLst>
                <a:ext uri="{FF2B5EF4-FFF2-40B4-BE49-F238E27FC236}">
                  <a16:creationId xmlns:a16="http://schemas.microsoft.com/office/drawing/2014/main" id="{694D8278-A2AA-DBB4-889F-F90B95DF17F1}"/>
                </a:ext>
              </a:extLst>
            </p:cNvPr>
            <p:cNvSpPr/>
            <p:nvPr/>
          </p:nvSpPr>
          <p:spPr>
            <a:xfrm>
              <a:off x="26765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7" name="Google Shape;4381;p26">
              <a:extLst>
                <a:ext uri="{FF2B5EF4-FFF2-40B4-BE49-F238E27FC236}">
                  <a16:creationId xmlns:a16="http://schemas.microsoft.com/office/drawing/2014/main" id="{A21C742C-C257-B06F-92DD-76AB1006278B}"/>
                </a:ext>
              </a:extLst>
            </p:cNvPr>
            <p:cNvSpPr/>
            <p:nvPr/>
          </p:nvSpPr>
          <p:spPr>
            <a:xfrm>
              <a:off x="27019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8" name="Google Shape;4382;p26">
              <a:extLst>
                <a:ext uri="{FF2B5EF4-FFF2-40B4-BE49-F238E27FC236}">
                  <a16:creationId xmlns:a16="http://schemas.microsoft.com/office/drawing/2014/main" id="{EE70BAAF-3B4C-758D-267C-65EC5A110F04}"/>
                </a:ext>
              </a:extLst>
            </p:cNvPr>
            <p:cNvSpPr/>
            <p:nvPr/>
          </p:nvSpPr>
          <p:spPr>
            <a:xfrm>
              <a:off x="27273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09" name="Google Shape;4383;p26">
              <a:extLst>
                <a:ext uri="{FF2B5EF4-FFF2-40B4-BE49-F238E27FC236}">
                  <a16:creationId xmlns:a16="http://schemas.microsoft.com/office/drawing/2014/main" id="{F0EB67C2-23C4-DF25-3314-82046D6C3AE5}"/>
                </a:ext>
              </a:extLst>
            </p:cNvPr>
            <p:cNvSpPr/>
            <p:nvPr/>
          </p:nvSpPr>
          <p:spPr>
            <a:xfrm>
              <a:off x="27527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010" name="Google Shape;4384;p26">
              <a:extLst>
                <a:ext uri="{FF2B5EF4-FFF2-40B4-BE49-F238E27FC236}">
                  <a16:creationId xmlns:a16="http://schemas.microsoft.com/office/drawing/2014/main" id="{552E054E-EE2F-B026-D4AC-556C0AF376A5}"/>
                </a:ext>
              </a:extLst>
            </p:cNvPr>
            <p:cNvSpPr/>
            <p:nvPr/>
          </p:nvSpPr>
          <p:spPr>
            <a:xfrm>
              <a:off x="27781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2" name="Google Shape;4385;p26">
              <a:extLst>
                <a:ext uri="{FF2B5EF4-FFF2-40B4-BE49-F238E27FC236}">
                  <a16:creationId xmlns:a16="http://schemas.microsoft.com/office/drawing/2014/main" id="{A3755600-FBDB-53ED-B4E8-735243F504A9}"/>
                </a:ext>
              </a:extLst>
            </p:cNvPr>
            <p:cNvSpPr/>
            <p:nvPr/>
          </p:nvSpPr>
          <p:spPr>
            <a:xfrm>
              <a:off x="28035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3" name="Google Shape;4386;p26">
              <a:extLst>
                <a:ext uri="{FF2B5EF4-FFF2-40B4-BE49-F238E27FC236}">
                  <a16:creationId xmlns:a16="http://schemas.microsoft.com/office/drawing/2014/main" id="{76F22884-71E1-8CB8-95BD-1B7079E29E2D}"/>
                </a:ext>
              </a:extLst>
            </p:cNvPr>
            <p:cNvSpPr/>
            <p:nvPr/>
          </p:nvSpPr>
          <p:spPr>
            <a:xfrm>
              <a:off x="28289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4" name="Google Shape;4387;p26">
              <a:extLst>
                <a:ext uri="{FF2B5EF4-FFF2-40B4-BE49-F238E27FC236}">
                  <a16:creationId xmlns:a16="http://schemas.microsoft.com/office/drawing/2014/main" id="{5BB827BF-1681-84E0-8782-B67E033B876B}"/>
                </a:ext>
              </a:extLst>
            </p:cNvPr>
            <p:cNvSpPr/>
            <p:nvPr/>
          </p:nvSpPr>
          <p:spPr>
            <a:xfrm>
              <a:off x="28543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5" name="Google Shape;4388;p26">
              <a:extLst>
                <a:ext uri="{FF2B5EF4-FFF2-40B4-BE49-F238E27FC236}">
                  <a16:creationId xmlns:a16="http://schemas.microsoft.com/office/drawing/2014/main" id="{0A355B18-0ACC-7802-4124-BD0BE5B377BB}"/>
                </a:ext>
              </a:extLst>
            </p:cNvPr>
            <p:cNvSpPr/>
            <p:nvPr/>
          </p:nvSpPr>
          <p:spPr>
            <a:xfrm>
              <a:off x="28797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6" name="Google Shape;4389;p26">
              <a:extLst>
                <a:ext uri="{FF2B5EF4-FFF2-40B4-BE49-F238E27FC236}">
                  <a16:creationId xmlns:a16="http://schemas.microsoft.com/office/drawing/2014/main" id="{2DE0CE9C-20F0-B3C8-A14E-721CBC7A7ABE}"/>
                </a:ext>
              </a:extLst>
            </p:cNvPr>
            <p:cNvSpPr/>
            <p:nvPr/>
          </p:nvSpPr>
          <p:spPr>
            <a:xfrm>
              <a:off x="29051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7" name="Google Shape;4390;p26">
              <a:extLst>
                <a:ext uri="{FF2B5EF4-FFF2-40B4-BE49-F238E27FC236}">
                  <a16:creationId xmlns:a16="http://schemas.microsoft.com/office/drawing/2014/main" id="{497512E7-BA15-1824-616D-7B6D3D340234}"/>
                </a:ext>
              </a:extLst>
            </p:cNvPr>
            <p:cNvSpPr/>
            <p:nvPr/>
          </p:nvSpPr>
          <p:spPr>
            <a:xfrm>
              <a:off x="2930525"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8" name="Google Shape;4391;p26">
              <a:extLst>
                <a:ext uri="{FF2B5EF4-FFF2-40B4-BE49-F238E27FC236}">
                  <a16:creationId xmlns:a16="http://schemas.microsoft.com/office/drawing/2014/main" id="{058C9AFB-AF15-6E38-42FD-98BB12C8757A}"/>
                </a:ext>
              </a:extLst>
            </p:cNvPr>
            <p:cNvSpPr/>
            <p:nvPr/>
          </p:nvSpPr>
          <p:spPr>
            <a:xfrm>
              <a:off x="29559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39" name="Google Shape;4392;p26">
              <a:extLst>
                <a:ext uri="{FF2B5EF4-FFF2-40B4-BE49-F238E27FC236}">
                  <a16:creationId xmlns:a16="http://schemas.microsoft.com/office/drawing/2014/main" id="{47BFF7EE-2132-BF89-C6C7-B76027C8F5E5}"/>
                </a:ext>
              </a:extLst>
            </p:cNvPr>
            <p:cNvSpPr/>
            <p:nvPr/>
          </p:nvSpPr>
          <p:spPr>
            <a:xfrm>
              <a:off x="29813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0" name="Google Shape;4393;p26">
              <a:extLst>
                <a:ext uri="{FF2B5EF4-FFF2-40B4-BE49-F238E27FC236}">
                  <a16:creationId xmlns:a16="http://schemas.microsoft.com/office/drawing/2014/main" id="{5873BC19-3ED1-E89F-49D5-6204D14750F8}"/>
                </a:ext>
              </a:extLst>
            </p:cNvPr>
            <p:cNvSpPr/>
            <p:nvPr/>
          </p:nvSpPr>
          <p:spPr>
            <a:xfrm>
              <a:off x="30067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1" name="Google Shape;4394;p26">
              <a:extLst>
                <a:ext uri="{FF2B5EF4-FFF2-40B4-BE49-F238E27FC236}">
                  <a16:creationId xmlns:a16="http://schemas.microsoft.com/office/drawing/2014/main" id="{5D8DB12E-E794-1F14-88F8-D9222E2D1681}"/>
                </a:ext>
              </a:extLst>
            </p:cNvPr>
            <p:cNvSpPr/>
            <p:nvPr/>
          </p:nvSpPr>
          <p:spPr>
            <a:xfrm>
              <a:off x="30321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2" name="Google Shape;4395;p26">
              <a:extLst>
                <a:ext uri="{FF2B5EF4-FFF2-40B4-BE49-F238E27FC236}">
                  <a16:creationId xmlns:a16="http://schemas.microsoft.com/office/drawing/2014/main" id="{17A13F91-CC00-E05E-F455-393BFBA6F561}"/>
                </a:ext>
              </a:extLst>
            </p:cNvPr>
            <p:cNvSpPr/>
            <p:nvPr/>
          </p:nvSpPr>
          <p:spPr>
            <a:xfrm>
              <a:off x="30575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3" name="Google Shape;4396;p26">
              <a:extLst>
                <a:ext uri="{FF2B5EF4-FFF2-40B4-BE49-F238E27FC236}">
                  <a16:creationId xmlns:a16="http://schemas.microsoft.com/office/drawing/2014/main" id="{75DC9E4D-EE48-D367-C896-DE987D8486B2}"/>
                </a:ext>
              </a:extLst>
            </p:cNvPr>
            <p:cNvSpPr/>
            <p:nvPr/>
          </p:nvSpPr>
          <p:spPr>
            <a:xfrm>
              <a:off x="30829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4" name="Google Shape;4397;p26">
              <a:extLst>
                <a:ext uri="{FF2B5EF4-FFF2-40B4-BE49-F238E27FC236}">
                  <a16:creationId xmlns:a16="http://schemas.microsoft.com/office/drawing/2014/main" id="{D909AF55-F94A-40A6-414E-75F3AD88B55A}"/>
                </a:ext>
              </a:extLst>
            </p:cNvPr>
            <p:cNvSpPr/>
            <p:nvPr/>
          </p:nvSpPr>
          <p:spPr>
            <a:xfrm>
              <a:off x="31083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5" name="Google Shape;4398;p26">
              <a:extLst>
                <a:ext uri="{FF2B5EF4-FFF2-40B4-BE49-F238E27FC236}">
                  <a16:creationId xmlns:a16="http://schemas.microsoft.com/office/drawing/2014/main" id="{88262CB7-20B4-3842-9FA9-5D23D62AA94C}"/>
                </a:ext>
              </a:extLst>
            </p:cNvPr>
            <p:cNvSpPr/>
            <p:nvPr/>
          </p:nvSpPr>
          <p:spPr>
            <a:xfrm>
              <a:off x="31337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6" name="Google Shape;4399;p26">
              <a:extLst>
                <a:ext uri="{FF2B5EF4-FFF2-40B4-BE49-F238E27FC236}">
                  <a16:creationId xmlns:a16="http://schemas.microsoft.com/office/drawing/2014/main" id="{6E0ADBAF-3F7E-0451-BF16-499075F3CC29}"/>
                </a:ext>
              </a:extLst>
            </p:cNvPr>
            <p:cNvSpPr/>
            <p:nvPr/>
          </p:nvSpPr>
          <p:spPr>
            <a:xfrm>
              <a:off x="31591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7" name="Google Shape;4400;p26">
              <a:extLst>
                <a:ext uri="{FF2B5EF4-FFF2-40B4-BE49-F238E27FC236}">
                  <a16:creationId xmlns:a16="http://schemas.microsoft.com/office/drawing/2014/main" id="{B86F9EE6-A1AC-C810-A4F9-49ED7FE23F72}"/>
                </a:ext>
              </a:extLst>
            </p:cNvPr>
            <p:cNvSpPr/>
            <p:nvPr/>
          </p:nvSpPr>
          <p:spPr>
            <a:xfrm>
              <a:off x="318452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8" name="Google Shape;4401;p26">
              <a:extLst>
                <a:ext uri="{FF2B5EF4-FFF2-40B4-BE49-F238E27FC236}">
                  <a16:creationId xmlns:a16="http://schemas.microsoft.com/office/drawing/2014/main" id="{13782135-9A6E-CEEE-9855-701A44E7D0AD}"/>
                </a:ext>
              </a:extLst>
            </p:cNvPr>
            <p:cNvSpPr/>
            <p:nvPr/>
          </p:nvSpPr>
          <p:spPr>
            <a:xfrm>
              <a:off x="3209925" y="762000"/>
              <a:ext cx="31800" cy="381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49" name="Google Shape;4402;p26">
              <a:extLst>
                <a:ext uri="{FF2B5EF4-FFF2-40B4-BE49-F238E27FC236}">
                  <a16:creationId xmlns:a16="http://schemas.microsoft.com/office/drawing/2014/main" id="{BD80A6B5-20E8-88BF-AFD0-66F4A1E08B95}"/>
                </a:ext>
              </a:extLst>
            </p:cNvPr>
            <p:cNvSpPr/>
            <p:nvPr/>
          </p:nvSpPr>
          <p:spPr>
            <a:xfrm>
              <a:off x="32353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0" name="Google Shape;4403;p26">
              <a:extLst>
                <a:ext uri="{FF2B5EF4-FFF2-40B4-BE49-F238E27FC236}">
                  <a16:creationId xmlns:a16="http://schemas.microsoft.com/office/drawing/2014/main" id="{971BB825-DC2E-B613-9723-8DEF627F6675}"/>
                </a:ext>
              </a:extLst>
            </p:cNvPr>
            <p:cNvSpPr/>
            <p:nvPr/>
          </p:nvSpPr>
          <p:spPr>
            <a:xfrm>
              <a:off x="32607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1" name="Google Shape;4404;p26">
              <a:extLst>
                <a:ext uri="{FF2B5EF4-FFF2-40B4-BE49-F238E27FC236}">
                  <a16:creationId xmlns:a16="http://schemas.microsoft.com/office/drawing/2014/main" id="{7F0E28E7-EB15-6B1E-2B77-DD6FEF3DC85F}"/>
                </a:ext>
              </a:extLst>
            </p:cNvPr>
            <p:cNvSpPr/>
            <p:nvPr/>
          </p:nvSpPr>
          <p:spPr>
            <a:xfrm>
              <a:off x="32861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2" name="Google Shape;4405;p26">
              <a:extLst>
                <a:ext uri="{FF2B5EF4-FFF2-40B4-BE49-F238E27FC236}">
                  <a16:creationId xmlns:a16="http://schemas.microsoft.com/office/drawing/2014/main" id="{85290D2C-4B5F-0E27-035E-374375346E04}"/>
                </a:ext>
              </a:extLst>
            </p:cNvPr>
            <p:cNvSpPr/>
            <p:nvPr/>
          </p:nvSpPr>
          <p:spPr>
            <a:xfrm>
              <a:off x="33115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3" name="Google Shape;4406;p26">
              <a:extLst>
                <a:ext uri="{FF2B5EF4-FFF2-40B4-BE49-F238E27FC236}">
                  <a16:creationId xmlns:a16="http://schemas.microsoft.com/office/drawing/2014/main" id="{A8B21663-B214-2B96-6C71-D92010E68B18}"/>
                </a:ext>
              </a:extLst>
            </p:cNvPr>
            <p:cNvSpPr/>
            <p:nvPr/>
          </p:nvSpPr>
          <p:spPr>
            <a:xfrm>
              <a:off x="33369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4" name="Google Shape;4407;p26">
              <a:extLst>
                <a:ext uri="{FF2B5EF4-FFF2-40B4-BE49-F238E27FC236}">
                  <a16:creationId xmlns:a16="http://schemas.microsoft.com/office/drawing/2014/main" id="{7CD10C3D-3ACD-6938-89B0-261BD77954A7}"/>
                </a:ext>
              </a:extLst>
            </p:cNvPr>
            <p:cNvSpPr/>
            <p:nvPr/>
          </p:nvSpPr>
          <p:spPr>
            <a:xfrm>
              <a:off x="33623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5" name="Google Shape;4408;p26">
              <a:extLst>
                <a:ext uri="{FF2B5EF4-FFF2-40B4-BE49-F238E27FC236}">
                  <a16:creationId xmlns:a16="http://schemas.microsoft.com/office/drawing/2014/main" id="{9CDF9942-AEA5-521B-B7BA-547D07DB985C}"/>
                </a:ext>
              </a:extLst>
            </p:cNvPr>
            <p:cNvSpPr/>
            <p:nvPr/>
          </p:nvSpPr>
          <p:spPr>
            <a:xfrm>
              <a:off x="33877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6" name="Google Shape;4409;p26">
              <a:extLst>
                <a:ext uri="{FF2B5EF4-FFF2-40B4-BE49-F238E27FC236}">
                  <a16:creationId xmlns:a16="http://schemas.microsoft.com/office/drawing/2014/main" id="{EBD6F612-CC3D-51FB-D06B-C82B4572DBC7}"/>
                </a:ext>
              </a:extLst>
            </p:cNvPr>
            <p:cNvSpPr/>
            <p:nvPr/>
          </p:nvSpPr>
          <p:spPr>
            <a:xfrm>
              <a:off x="34131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7" name="Google Shape;4410;p26">
              <a:extLst>
                <a:ext uri="{FF2B5EF4-FFF2-40B4-BE49-F238E27FC236}">
                  <a16:creationId xmlns:a16="http://schemas.microsoft.com/office/drawing/2014/main" id="{D7FBC955-B65D-2325-C222-C310063E9BAC}"/>
                </a:ext>
              </a:extLst>
            </p:cNvPr>
            <p:cNvSpPr/>
            <p:nvPr/>
          </p:nvSpPr>
          <p:spPr>
            <a:xfrm>
              <a:off x="34385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8" name="Google Shape;4411;p26">
              <a:extLst>
                <a:ext uri="{FF2B5EF4-FFF2-40B4-BE49-F238E27FC236}">
                  <a16:creationId xmlns:a16="http://schemas.microsoft.com/office/drawing/2014/main" id="{B92DEB57-648C-DB2F-DBFA-AF8A4E38056E}"/>
                </a:ext>
              </a:extLst>
            </p:cNvPr>
            <p:cNvSpPr/>
            <p:nvPr/>
          </p:nvSpPr>
          <p:spPr>
            <a:xfrm>
              <a:off x="34639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59" name="Google Shape;4412;p26">
              <a:extLst>
                <a:ext uri="{FF2B5EF4-FFF2-40B4-BE49-F238E27FC236}">
                  <a16:creationId xmlns:a16="http://schemas.microsoft.com/office/drawing/2014/main" id="{F979EA0D-B6BA-6460-39E1-E3BAED86AB7B}"/>
                </a:ext>
              </a:extLst>
            </p:cNvPr>
            <p:cNvSpPr/>
            <p:nvPr/>
          </p:nvSpPr>
          <p:spPr>
            <a:xfrm>
              <a:off x="3489325" y="762000"/>
              <a:ext cx="31800" cy="381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0" name="Google Shape;4413;p26">
              <a:extLst>
                <a:ext uri="{FF2B5EF4-FFF2-40B4-BE49-F238E27FC236}">
                  <a16:creationId xmlns:a16="http://schemas.microsoft.com/office/drawing/2014/main" id="{998365ED-795D-ED76-CE7C-E739DE39324F}"/>
                </a:ext>
              </a:extLst>
            </p:cNvPr>
            <p:cNvSpPr/>
            <p:nvPr/>
          </p:nvSpPr>
          <p:spPr>
            <a:xfrm>
              <a:off x="35147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1" name="Google Shape;4414;p26">
              <a:extLst>
                <a:ext uri="{FF2B5EF4-FFF2-40B4-BE49-F238E27FC236}">
                  <a16:creationId xmlns:a16="http://schemas.microsoft.com/office/drawing/2014/main" id="{723D9C7D-FA1B-0D00-0F0D-C37343F82BD7}"/>
                </a:ext>
              </a:extLst>
            </p:cNvPr>
            <p:cNvSpPr/>
            <p:nvPr/>
          </p:nvSpPr>
          <p:spPr>
            <a:xfrm>
              <a:off x="35401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2" name="Google Shape;4415;p26">
              <a:extLst>
                <a:ext uri="{FF2B5EF4-FFF2-40B4-BE49-F238E27FC236}">
                  <a16:creationId xmlns:a16="http://schemas.microsoft.com/office/drawing/2014/main" id="{9246DC71-BE20-8737-D73E-56F5A6A6588D}"/>
                </a:ext>
              </a:extLst>
            </p:cNvPr>
            <p:cNvSpPr/>
            <p:nvPr/>
          </p:nvSpPr>
          <p:spPr>
            <a:xfrm>
              <a:off x="35655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3" name="Google Shape;4416;p26">
              <a:extLst>
                <a:ext uri="{FF2B5EF4-FFF2-40B4-BE49-F238E27FC236}">
                  <a16:creationId xmlns:a16="http://schemas.microsoft.com/office/drawing/2014/main" id="{846B9231-6761-2F41-39FF-613B94F1D888}"/>
                </a:ext>
              </a:extLst>
            </p:cNvPr>
            <p:cNvSpPr/>
            <p:nvPr/>
          </p:nvSpPr>
          <p:spPr>
            <a:xfrm>
              <a:off x="35909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4" name="Google Shape;4417;p26">
              <a:extLst>
                <a:ext uri="{FF2B5EF4-FFF2-40B4-BE49-F238E27FC236}">
                  <a16:creationId xmlns:a16="http://schemas.microsoft.com/office/drawing/2014/main" id="{1DEAB1C9-E03E-CE8A-3D2C-CBABBE9BCA00}"/>
                </a:ext>
              </a:extLst>
            </p:cNvPr>
            <p:cNvSpPr/>
            <p:nvPr/>
          </p:nvSpPr>
          <p:spPr>
            <a:xfrm>
              <a:off x="36163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5" name="Google Shape;4418;p26">
              <a:extLst>
                <a:ext uri="{FF2B5EF4-FFF2-40B4-BE49-F238E27FC236}">
                  <a16:creationId xmlns:a16="http://schemas.microsoft.com/office/drawing/2014/main" id="{0CA919E6-E737-4713-35F1-5B097AAF8008}"/>
                </a:ext>
              </a:extLst>
            </p:cNvPr>
            <p:cNvSpPr/>
            <p:nvPr/>
          </p:nvSpPr>
          <p:spPr>
            <a:xfrm>
              <a:off x="36417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6" name="Google Shape;4419;p26">
              <a:extLst>
                <a:ext uri="{FF2B5EF4-FFF2-40B4-BE49-F238E27FC236}">
                  <a16:creationId xmlns:a16="http://schemas.microsoft.com/office/drawing/2014/main" id="{AA8B2A41-50DD-8185-4479-2FA315CD7EB0}"/>
                </a:ext>
              </a:extLst>
            </p:cNvPr>
            <p:cNvSpPr/>
            <p:nvPr/>
          </p:nvSpPr>
          <p:spPr>
            <a:xfrm>
              <a:off x="36671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7" name="Google Shape;4420;p26">
              <a:extLst>
                <a:ext uri="{FF2B5EF4-FFF2-40B4-BE49-F238E27FC236}">
                  <a16:creationId xmlns:a16="http://schemas.microsoft.com/office/drawing/2014/main" id="{1F9A2D46-6AEB-A44C-BB19-F7AD8685D4D3}"/>
                </a:ext>
              </a:extLst>
            </p:cNvPr>
            <p:cNvSpPr/>
            <p:nvPr/>
          </p:nvSpPr>
          <p:spPr>
            <a:xfrm>
              <a:off x="36925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8" name="Google Shape;4421;p26">
              <a:extLst>
                <a:ext uri="{FF2B5EF4-FFF2-40B4-BE49-F238E27FC236}">
                  <a16:creationId xmlns:a16="http://schemas.microsoft.com/office/drawing/2014/main" id="{BC8524D5-90D3-841D-3BEA-33C4C71840DF}"/>
                </a:ext>
              </a:extLst>
            </p:cNvPr>
            <p:cNvSpPr/>
            <p:nvPr/>
          </p:nvSpPr>
          <p:spPr>
            <a:xfrm>
              <a:off x="37179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869" name="Google Shape;4422;p26">
              <a:extLst>
                <a:ext uri="{FF2B5EF4-FFF2-40B4-BE49-F238E27FC236}">
                  <a16:creationId xmlns:a16="http://schemas.microsoft.com/office/drawing/2014/main" id="{1CCDC3B5-B3BB-17E9-BBD5-F0CE6E1146D4}"/>
                </a:ext>
              </a:extLst>
            </p:cNvPr>
            <p:cNvSpPr/>
            <p:nvPr/>
          </p:nvSpPr>
          <p:spPr>
            <a:xfrm>
              <a:off x="37433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8" name="Google Shape;4423;p26">
              <a:extLst>
                <a:ext uri="{FF2B5EF4-FFF2-40B4-BE49-F238E27FC236}">
                  <a16:creationId xmlns:a16="http://schemas.microsoft.com/office/drawing/2014/main" id="{A6FD296A-381C-B557-D5B4-996ABFF72E6C}"/>
                </a:ext>
              </a:extLst>
            </p:cNvPr>
            <p:cNvSpPr/>
            <p:nvPr/>
          </p:nvSpPr>
          <p:spPr>
            <a:xfrm>
              <a:off x="3768725"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09" name="Google Shape;4424;p26">
              <a:extLst>
                <a:ext uri="{FF2B5EF4-FFF2-40B4-BE49-F238E27FC236}">
                  <a16:creationId xmlns:a16="http://schemas.microsoft.com/office/drawing/2014/main" id="{91C528C1-88C3-F3BA-902E-0188B662397B}"/>
                </a:ext>
              </a:extLst>
            </p:cNvPr>
            <p:cNvSpPr/>
            <p:nvPr/>
          </p:nvSpPr>
          <p:spPr>
            <a:xfrm>
              <a:off x="3794125" y="762000"/>
              <a:ext cx="31800" cy="381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0" name="Google Shape;4425;p26">
              <a:extLst>
                <a:ext uri="{FF2B5EF4-FFF2-40B4-BE49-F238E27FC236}">
                  <a16:creationId xmlns:a16="http://schemas.microsoft.com/office/drawing/2014/main" id="{C9EEF413-28FB-2EB7-F3AC-4F7E2EBEE20A}"/>
                </a:ext>
              </a:extLst>
            </p:cNvPr>
            <p:cNvSpPr/>
            <p:nvPr/>
          </p:nvSpPr>
          <p:spPr>
            <a:xfrm>
              <a:off x="38195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1" name="Google Shape;4426;p26">
              <a:extLst>
                <a:ext uri="{FF2B5EF4-FFF2-40B4-BE49-F238E27FC236}">
                  <a16:creationId xmlns:a16="http://schemas.microsoft.com/office/drawing/2014/main" id="{DA359550-2B31-FB20-2C28-8D668A753F21}"/>
                </a:ext>
              </a:extLst>
            </p:cNvPr>
            <p:cNvSpPr/>
            <p:nvPr/>
          </p:nvSpPr>
          <p:spPr>
            <a:xfrm>
              <a:off x="38449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2" name="Google Shape;4427;p26">
              <a:extLst>
                <a:ext uri="{FF2B5EF4-FFF2-40B4-BE49-F238E27FC236}">
                  <a16:creationId xmlns:a16="http://schemas.microsoft.com/office/drawing/2014/main" id="{DBF58995-D08B-324F-E844-E83B9B75AFFA}"/>
                </a:ext>
              </a:extLst>
            </p:cNvPr>
            <p:cNvSpPr/>
            <p:nvPr/>
          </p:nvSpPr>
          <p:spPr>
            <a:xfrm>
              <a:off x="38703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3" name="Google Shape;4428;p26">
              <a:extLst>
                <a:ext uri="{FF2B5EF4-FFF2-40B4-BE49-F238E27FC236}">
                  <a16:creationId xmlns:a16="http://schemas.microsoft.com/office/drawing/2014/main" id="{A4ED64A1-A984-D54F-113E-134CA1A1DB6B}"/>
                </a:ext>
              </a:extLst>
            </p:cNvPr>
            <p:cNvSpPr/>
            <p:nvPr/>
          </p:nvSpPr>
          <p:spPr>
            <a:xfrm>
              <a:off x="38957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4" name="Google Shape;4429;p26">
              <a:extLst>
                <a:ext uri="{FF2B5EF4-FFF2-40B4-BE49-F238E27FC236}">
                  <a16:creationId xmlns:a16="http://schemas.microsoft.com/office/drawing/2014/main" id="{505E36AD-9B1B-C209-C9E8-B689B8E32F6D}"/>
                </a:ext>
              </a:extLst>
            </p:cNvPr>
            <p:cNvSpPr/>
            <p:nvPr/>
          </p:nvSpPr>
          <p:spPr>
            <a:xfrm>
              <a:off x="39211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5" name="Google Shape;4430;p26">
              <a:extLst>
                <a:ext uri="{FF2B5EF4-FFF2-40B4-BE49-F238E27FC236}">
                  <a16:creationId xmlns:a16="http://schemas.microsoft.com/office/drawing/2014/main" id="{71B4774D-82C0-3CE9-D0C5-D4855FF9D6C7}"/>
                </a:ext>
              </a:extLst>
            </p:cNvPr>
            <p:cNvSpPr/>
            <p:nvPr/>
          </p:nvSpPr>
          <p:spPr>
            <a:xfrm>
              <a:off x="39465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6" name="Google Shape;4431;p26">
              <a:extLst>
                <a:ext uri="{FF2B5EF4-FFF2-40B4-BE49-F238E27FC236}">
                  <a16:creationId xmlns:a16="http://schemas.microsoft.com/office/drawing/2014/main" id="{E4A6FA0F-041F-7A62-20E4-57DB6FBA981B}"/>
                </a:ext>
              </a:extLst>
            </p:cNvPr>
            <p:cNvSpPr/>
            <p:nvPr/>
          </p:nvSpPr>
          <p:spPr>
            <a:xfrm>
              <a:off x="39719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7" name="Google Shape;4432;p26">
              <a:extLst>
                <a:ext uri="{FF2B5EF4-FFF2-40B4-BE49-F238E27FC236}">
                  <a16:creationId xmlns:a16="http://schemas.microsoft.com/office/drawing/2014/main" id="{7B2303CD-9D82-75D1-56F0-98C904134926}"/>
                </a:ext>
              </a:extLst>
            </p:cNvPr>
            <p:cNvSpPr/>
            <p:nvPr/>
          </p:nvSpPr>
          <p:spPr>
            <a:xfrm>
              <a:off x="39973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8" name="Google Shape;4433;p26">
              <a:extLst>
                <a:ext uri="{FF2B5EF4-FFF2-40B4-BE49-F238E27FC236}">
                  <a16:creationId xmlns:a16="http://schemas.microsoft.com/office/drawing/2014/main" id="{78E576C5-AAD2-06DE-13F0-70B5FF59963C}"/>
                </a:ext>
              </a:extLst>
            </p:cNvPr>
            <p:cNvSpPr/>
            <p:nvPr/>
          </p:nvSpPr>
          <p:spPr>
            <a:xfrm>
              <a:off x="40227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19" name="Google Shape;4434;p26">
              <a:extLst>
                <a:ext uri="{FF2B5EF4-FFF2-40B4-BE49-F238E27FC236}">
                  <a16:creationId xmlns:a16="http://schemas.microsoft.com/office/drawing/2014/main" id="{F0843345-2AAF-0DBD-8E53-C8E22BAE85BA}"/>
                </a:ext>
              </a:extLst>
            </p:cNvPr>
            <p:cNvSpPr/>
            <p:nvPr/>
          </p:nvSpPr>
          <p:spPr>
            <a:xfrm>
              <a:off x="40481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0" name="Google Shape;4435;p26">
              <a:extLst>
                <a:ext uri="{FF2B5EF4-FFF2-40B4-BE49-F238E27FC236}">
                  <a16:creationId xmlns:a16="http://schemas.microsoft.com/office/drawing/2014/main" id="{E9CED481-6086-87EF-8A05-E8ABEF213B19}"/>
                </a:ext>
              </a:extLst>
            </p:cNvPr>
            <p:cNvSpPr/>
            <p:nvPr/>
          </p:nvSpPr>
          <p:spPr>
            <a:xfrm>
              <a:off x="40735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1" name="Google Shape;4436;p26">
              <a:extLst>
                <a:ext uri="{FF2B5EF4-FFF2-40B4-BE49-F238E27FC236}">
                  <a16:creationId xmlns:a16="http://schemas.microsoft.com/office/drawing/2014/main" id="{A42EC0A8-7CBF-D7FA-C395-ABDEB3D2F988}"/>
                </a:ext>
              </a:extLst>
            </p:cNvPr>
            <p:cNvSpPr/>
            <p:nvPr/>
          </p:nvSpPr>
          <p:spPr>
            <a:xfrm>
              <a:off x="40989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2" name="Google Shape;4437;p26">
              <a:extLst>
                <a:ext uri="{FF2B5EF4-FFF2-40B4-BE49-F238E27FC236}">
                  <a16:creationId xmlns:a16="http://schemas.microsoft.com/office/drawing/2014/main" id="{F343D8E4-C6D4-0610-CDCA-D2859779857E}"/>
                </a:ext>
              </a:extLst>
            </p:cNvPr>
            <p:cNvSpPr/>
            <p:nvPr/>
          </p:nvSpPr>
          <p:spPr>
            <a:xfrm>
              <a:off x="412432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3" name="Google Shape;4438;p26">
              <a:extLst>
                <a:ext uri="{FF2B5EF4-FFF2-40B4-BE49-F238E27FC236}">
                  <a16:creationId xmlns:a16="http://schemas.microsoft.com/office/drawing/2014/main" id="{E680BD46-2ACA-D342-6E3D-3B4A24F51586}"/>
                </a:ext>
              </a:extLst>
            </p:cNvPr>
            <p:cNvSpPr/>
            <p:nvPr/>
          </p:nvSpPr>
          <p:spPr>
            <a:xfrm>
              <a:off x="41497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4" name="Google Shape;4439;p26">
              <a:extLst>
                <a:ext uri="{FF2B5EF4-FFF2-40B4-BE49-F238E27FC236}">
                  <a16:creationId xmlns:a16="http://schemas.microsoft.com/office/drawing/2014/main" id="{4FAE0F38-6D26-01A9-86A2-E286ACA34462}"/>
                </a:ext>
              </a:extLst>
            </p:cNvPr>
            <p:cNvSpPr/>
            <p:nvPr/>
          </p:nvSpPr>
          <p:spPr>
            <a:xfrm>
              <a:off x="41751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5" name="Google Shape;4440;p26">
              <a:extLst>
                <a:ext uri="{FF2B5EF4-FFF2-40B4-BE49-F238E27FC236}">
                  <a16:creationId xmlns:a16="http://schemas.microsoft.com/office/drawing/2014/main" id="{869AC11A-4B74-B650-0A21-6FFB56AF3856}"/>
                </a:ext>
              </a:extLst>
            </p:cNvPr>
            <p:cNvSpPr/>
            <p:nvPr/>
          </p:nvSpPr>
          <p:spPr>
            <a:xfrm>
              <a:off x="42005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6" name="Google Shape;4441;p26">
              <a:extLst>
                <a:ext uri="{FF2B5EF4-FFF2-40B4-BE49-F238E27FC236}">
                  <a16:creationId xmlns:a16="http://schemas.microsoft.com/office/drawing/2014/main" id="{F7443E7C-32F4-FB27-A28C-37A1501712CC}"/>
                </a:ext>
              </a:extLst>
            </p:cNvPr>
            <p:cNvSpPr/>
            <p:nvPr/>
          </p:nvSpPr>
          <p:spPr>
            <a:xfrm>
              <a:off x="42259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7" name="Google Shape;4442;p26">
              <a:extLst>
                <a:ext uri="{FF2B5EF4-FFF2-40B4-BE49-F238E27FC236}">
                  <a16:creationId xmlns:a16="http://schemas.microsoft.com/office/drawing/2014/main" id="{33A1C8D5-B62F-52DD-5839-1CA21A793E00}"/>
                </a:ext>
              </a:extLst>
            </p:cNvPr>
            <p:cNvSpPr/>
            <p:nvPr/>
          </p:nvSpPr>
          <p:spPr>
            <a:xfrm>
              <a:off x="42513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8" name="Google Shape;4443;p26">
              <a:extLst>
                <a:ext uri="{FF2B5EF4-FFF2-40B4-BE49-F238E27FC236}">
                  <a16:creationId xmlns:a16="http://schemas.microsoft.com/office/drawing/2014/main" id="{81499FDB-1339-EF7A-BBF3-31A9E6237D2B}"/>
                </a:ext>
              </a:extLst>
            </p:cNvPr>
            <p:cNvSpPr/>
            <p:nvPr/>
          </p:nvSpPr>
          <p:spPr>
            <a:xfrm>
              <a:off x="42767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29" name="Google Shape;4444;p26">
              <a:extLst>
                <a:ext uri="{FF2B5EF4-FFF2-40B4-BE49-F238E27FC236}">
                  <a16:creationId xmlns:a16="http://schemas.microsoft.com/office/drawing/2014/main" id="{879C1A13-0694-A8A3-2EB6-F00A19C1D80E}"/>
                </a:ext>
              </a:extLst>
            </p:cNvPr>
            <p:cNvSpPr/>
            <p:nvPr/>
          </p:nvSpPr>
          <p:spPr>
            <a:xfrm>
              <a:off x="43021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0" name="Google Shape;4445;p26">
              <a:extLst>
                <a:ext uri="{FF2B5EF4-FFF2-40B4-BE49-F238E27FC236}">
                  <a16:creationId xmlns:a16="http://schemas.microsoft.com/office/drawing/2014/main" id="{E5718E3B-34BA-028A-165C-6EE38DEA4625}"/>
                </a:ext>
              </a:extLst>
            </p:cNvPr>
            <p:cNvSpPr/>
            <p:nvPr/>
          </p:nvSpPr>
          <p:spPr>
            <a:xfrm>
              <a:off x="4327525" y="762000"/>
              <a:ext cx="31800" cy="381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1" name="Google Shape;4446;p26">
              <a:extLst>
                <a:ext uri="{FF2B5EF4-FFF2-40B4-BE49-F238E27FC236}">
                  <a16:creationId xmlns:a16="http://schemas.microsoft.com/office/drawing/2014/main" id="{3C42747A-8827-D471-C53D-91B99DC1A6E1}"/>
                </a:ext>
              </a:extLst>
            </p:cNvPr>
            <p:cNvSpPr/>
            <p:nvPr/>
          </p:nvSpPr>
          <p:spPr>
            <a:xfrm>
              <a:off x="4352925"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2" name="Google Shape;4447;p26">
              <a:extLst>
                <a:ext uri="{FF2B5EF4-FFF2-40B4-BE49-F238E27FC236}">
                  <a16:creationId xmlns:a16="http://schemas.microsoft.com/office/drawing/2014/main" id="{529B58CD-B8CF-A101-AAA8-A12FE2CDA6FD}"/>
                </a:ext>
              </a:extLst>
            </p:cNvPr>
            <p:cNvSpPr/>
            <p:nvPr/>
          </p:nvSpPr>
          <p:spPr>
            <a:xfrm>
              <a:off x="43783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3" name="Google Shape;4448;p26">
              <a:extLst>
                <a:ext uri="{FF2B5EF4-FFF2-40B4-BE49-F238E27FC236}">
                  <a16:creationId xmlns:a16="http://schemas.microsoft.com/office/drawing/2014/main" id="{0585790A-8BBC-0E3C-A531-728FCE38FA4F}"/>
                </a:ext>
              </a:extLst>
            </p:cNvPr>
            <p:cNvSpPr/>
            <p:nvPr/>
          </p:nvSpPr>
          <p:spPr>
            <a:xfrm>
              <a:off x="44037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4" name="Google Shape;4449;p26">
              <a:extLst>
                <a:ext uri="{FF2B5EF4-FFF2-40B4-BE49-F238E27FC236}">
                  <a16:creationId xmlns:a16="http://schemas.microsoft.com/office/drawing/2014/main" id="{1F19FB0A-84A1-39C2-7E82-5B9560ABAD8F}"/>
                </a:ext>
              </a:extLst>
            </p:cNvPr>
            <p:cNvSpPr/>
            <p:nvPr/>
          </p:nvSpPr>
          <p:spPr>
            <a:xfrm>
              <a:off x="44291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5" name="Google Shape;4450;p26">
              <a:extLst>
                <a:ext uri="{FF2B5EF4-FFF2-40B4-BE49-F238E27FC236}">
                  <a16:creationId xmlns:a16="http://schemas.microsoft.com/office/drawing/2014/main" id="{2A401F42-A1C1-25E3-6732-5C8FF9D10C11}"/>
                </a:ext>
              </a:extLst>
            </p:cNvPr>
            <p:cNvSpPr/>
            <p:nvPr/>
          </p:nvSpPr>
          <p:spPr>
            <a:xfrm>
              <a:off x="44545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sp>
          <p:nvSpPr>
            <p:cNvPr id="1436" name="Google Shape;4451;p26">
              <a:extLst>
                <a:ext uri="{FF2B5EF4-FFF2-40B4-BE49-F238E27FC236}">
                  <a16:creationId xmlns:a16="http://schemas.microsoft.com/office/drawing/2014/main" id="{F8AAB2F4-4C58-EC52-01CB-574FD940B074}"/>
                </a:ext>
              </a:extLst>
            </p:cNvPr>
            <p:cNvSpPr/>
            <p:nvPr/>
          </p:nvSpPr>
          <p:spPr>
            <a:xfrm>
              <a:off x="4479925"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latin typeface="メイリオ" panose="020B0604030504040204" pitchFamily="50" charset="-128"/>
                <a:ea typeface="メイリオ" panose="020B0604030504040204" pitchFamily="50" charset="-128"/>
              </a:endParaRPr>
            </a:p>
          </p:txBody>
        </p:sp>
      </p:grpSp>
      <p:grpSp>
        <p:nvGrpSpPr>
          <p:cNvPr id="1437" name="Google Shape;4455;p26">
            <a:extLst>
              <a:ext uri="{FF2B5EF4-FFF2-40B4-BE49-F238E27FC236}">
                <a16:creationId xmlns:a16="http://schemas.microsoft.com/office/drawing/2014/main" id="{B240F054-17C3-821B-22D6-D5BFC6B50236}"/>
              </a:ext>
            </a:extLst>
          </p:cNvPr>
          <p:cNvGrpSpPr/>
          <p:nvPr/>
        </p:nvGrpSpPr>
        <p:grpSpPr>
          <a:xfrm>
            <a:off x="0" y="5086350"/>
            <a:ext cx="9150400" cy="57300"/>
            <a:chOff x="0" y="5086350"/>
            <a:chExt cx="9150400" cy="57300"/>
          </a:xfrm>
        </p:grpSpPr>
        <p:sp>
          <p:nvSpPr>
            <p:cNvPr id="1438" name="Google Shape;4456;p26">
              <a:extLst>
                <a:ext uri="{FF2B5EF4-FFF2-40B4-BE49-F238E27FC236}">
                  <a16:creationId xmlns:a16="http://schemas.microsoft.com/office/drawing/2014/main" id="{F771B245-5C32-0191-C295-5651C7FF8412}"/>
                </a:ext>
              </a:extLst>
            </p:cNvPr>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9" name="Google Shape;4457;p26">
              <a:extLst>
                <a:ext uri="{FF2B5EF4-FFF2-40B4-BE49-F238E27FC236}">
                  <a16:creationId xmlns:a16="http://schemas.microsoft.com/office/drawing/2014/main" id="{7245C7FC-BA85-0323-7F8A-FB5B6740DD66}"/>
                </a:ext>
              </a:extLst>
            </p:cNvPr>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0" name="Google Shape;4458;p26">
              <a:extLst>
                <a:ext uri="{FF2B5EF4-FFF2-40B4-BE49-F238E27FC236}">
                  <a16:creationId xmlns:a16="http://schemas.microsoft.com/office/drawing/2014/main" id="{58903B2B-B0AD-5D45-7450-E419917942AC}"/>
                </a:ext>
              </a:extLst>
            </p:cNvPr>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1" name="Google Shape;4459;p26">
              <a:extLst>
                <a:ext uri="{FF2B5EF4-FFF2-40B4-BE49-F238E27FC236}">
                  <a16:creationId xmlns:a16="http://schemas.microsoft.com/office/drawing/2014/main" id="{B6C44207-0D0C-EACB-CAFE-8CD94422C434}"/>
                </a:ext>
              </a:extLst>
            </p:cNvPr>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2" name="Google Shape;4460;p26">
              <a:extLst>
                <a:ext uri="{FF2B5EF4-FFF2-40B4-BE49-F238E27FC236}">
                  <a16:creationId xmlns:a16="http://schemas.microsoft.com/office/drawing/2014/main" id="{22E3538F-7AE9-51B5-FFCA-9A586E404BFC}"/>
                </a:ext>
              </a:extLst>
            </p:cNvPr>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3" name="Google Shape;4461;p26">
              <a:extLst>
                <a:ext uri="{FF2B5EF4-FFF2-40B4-BE49-F238E27FC236}">
                  <a16:creationId xmlns:a16="http://schemas.microsoft.com/office/drawing/2014/main" id="{7E4C0210-B3BC-76A6-437B-69C90F1099F0}"/>
                </a:ext>
              </a:extLst>
            </p:cNvPr>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4" name="Google Shape;4462;p26">
              <a:extLst>
                <a:ext uri="{FF2B5EF4-FFF2-40B4-BE49-F238E27FC236}">
                  <a16:creationId xmlns:a16="http://schemas.microsoft.com/office/drawing/2014/main" id="{4DEE5B95-E755-F7DE-B3D0-531F8D880A2D}"/>
                </a:ext>
              </a:extLst>
            </p:cNvPr>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5" name="Google Shape;4463;p26">
              <a:extLst>
                <a:ext uri="{FF2B5EF4-FFF2-40B4-BE49-F238E27FC236}">
                  <a16:creationId xmlns:a16="http://schemas.microsoft.com/office/drawing/2014/main" id="{1A1B7234-53A9-3F19-4B99-301ADEEDBC6F}"/>
                </a:ext>
              </a:extLst>
            </p:cNvPr>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6" name="Google Shape;4464;p26">
              <a:extLst>
                <a:ext uri="{FF2B5EF4-FFF2-40B4-BE49-F238E27FC236}">
                  <a16:creationId xmlns:a16="http://schemas.microsoft.com/office/drawing/2014/main" id="{15576870-2DAA-D2B7-090E-7C327EB9D0CD}"/>
                </a:ext>
              </a:extLst>
            </p:cNvPr>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7" name="Google Shape;4465;p26">
              <a:extLst>
                <a:ext uri="{FF2B5EF4-FFF2-40B4-BE49-F238E27FC236}">
                  <a16:creationId xmlns:a16="http://schemas.microsoft.com/office/drawing/2014/main" id="{9471E17F-1015-5D51-1F79-B76054ECFA5D}"/>
                </a:ext>
              </a:extLst>
            </p:cNvPr>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8" name="Google Shape;4466;p26">
              <a:extLst>
                <a:ext uri="{FF2B5EF4-FFF2-40B4-BE49-F238E27FC236}">
                  <a16:creationId xmlns:a16="http://schemas.microsoft.com/office/drawing/2014/main" id="{24B7149E-4EE9-21D3-E4B7-B951D388B992}"/>
                </a:ext>
              </a:extLst>
            </p:cNvPr>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49" name="Google Shape;4467;p26">
              <a:extLst>
                <a:ext uri="{FF2B5EF4-FFF2-40B4-BE49-F238E27FC236}">
                  <a16:creationId xmlns:a16="http://schemas.microsoft.com/office/drawing/2014/main" id="{BC67BF74-46A3-107B-03DF-716AE6BE152F}"/>
                </a:ext>
              </a:extLst>
            </p:cNvPr>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0" name="Google Shape;4468;p26">
              <a:extLst>
                <a:ext uri="{FF2B5EF4-FFF2-40B4-BE49-F238E27FC236}">
                  <a16:creationId xmlns:a16="http://schemas.microsoft.com/office/drawing/2014/main" id="{1A6D44E7-EF4D-123E-99FD-7B070A39665D}"/>
                </a:ext>
              </a:extLst>
            </p:cNvPr>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1" name="Google Shape;4469;p26">
              <a:extLst>
                <a:ext uri="{FF2B5EF4-FFF2-40B4-BE49-F238E27FC236}">
                  <a16:creationId xmlns:a16="http://schemas.microsoft.com/office/drawing/2014/main" id="{0D4083C6-3166-E8EA-0AA5-2FB3B15480AB}"/>
                </a:ext>
              </a:extLst>
            </p:cNvPr>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2" name="Google Shape;4470;p26">
              <a:extLst>
                <a:ext uri="{FF2B5EF4-FFF2-40B4-BE49-F238E27FC236}">
                  <a16:creationId xmlns:a16="http://schemas.microsoft.com/office/drawing/2014/main" id="{FDC05CD6-7A66-58AD-6898-F22C2AADFB8F}"/>
                </a:ext>
              </a:extLst>
            </p:cNvPr>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3" name="Google Shape;4471;p26">
              <a:extLst>
                <a:ext uri="{FF2B5EF4-FFF2-40B4-BE49-F238E27FC236}">
                  <a16:creationId xmlns:a16="http://schemas.microsoft.com/office/drawing/2014/main" id="{F40B520E-935F-EF17-E460-E39200606D6C}"/>
                </a:ext>
              </a:extLst>
            </p:cNvPr>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4" name="Google Shape;4472;p26">
              <a:extLst>
                <a:ext uri="{FF2B5EF4-FFF2-40B4-BE49-F238E27FC236}">
                  <a16:creationId xmlns:a16="http://schemas.microsoft.com/office/drawing/2014/main" id="{6CAE175D-EAFD-A239-2B41-9FBC823F889B}"/>
                </a:ext>
              </a:extLst>
            </p:cNvPr>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5" name="Google Shape;4473;p26">
              <a:extLst>
                <a:ext uri="{FF2B5EF4-FFF2-40B4-BE49-F238E27FC236}">
                  <a16:creationId xmlns:a16="http://schemas.microsoft.com/office/drawing/2014/main" id="{4157F3EB-A7CB-503F-F58F-F7B4A8672BBC}"/>
                </a:ext>
              </a:extLst>
            </p:cNvPr>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6" name="Google Shape;4474;p26">
              <a:extLst>
                <a:ext uri="{FF2B5EF4-FFF2-40B4-BE49-F238E27FC236}">
                  <a16:creationId xmlns:a16="http://schemas.microsoft.com/office/drawing/2014/main" id="{C0093A12-5AE9-6176-1986-1E5C0B1D187E}"/>
                </a:ext>
              </a:extLst>
            </p:cNvPr>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7" name="Google Shape;4475;p26">
              <a:extLst>
                <a:ext uri="{FF2B5EF4-FFF2-40B4-BE49-F238E27FC236}">
                  <a16:creationId xmlns:a16="http://schemas.microsoft.com/office/drawing/2014/main" id="{10B49D6D-3C48-265B-F421-44CD963B9F72}"/>
                </a:ext>
              </a:extLst>
            </p:cNvPr>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8" name="Google Shape;4476;p26">
              <a:extLst>
                <a:ext uri="{FF2B5EF4-FFF2-40B4-BE49-F238E27FC236}">
                  <a16:creationId xmlns:a16="http://schemas.microsoft.com/office/drawing/2014/main" id="{88D86464-1A70-D453-DF33-451B32A2932A}"/>
                </a:ext>
              </a:extLst>
            </p:cNvPr>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59" name="Google Shape;4477;p26">
              <a:extLst>
                <a:ext uri="{FF2B5EF4-FFF2-40B4-BE49-F238E27FC236}">
                  <a16:creationId xmlns:a16="http://schemas.microsoft.com/office/drawing/2014/main" id="{BA6420A4-CCE3-1ECF-9A95-34D95A8DA5FF}"/>
                </a:ext>
              </a:extLst>
            </p:cNvPr>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0" name="Google Shape;4478;p26">
              <a:extLst>
                <a:ext uri="{FF2B5EF4-FFF2-40B4-BE49-F238E27FC236}">
                  <a16:creationId xmlns:a16="http://schemas.microsoft.com/office/drawing/2014/main" id="{FC8B4C57-9E58-E8F9-D821-6959F2AAE6C0}"/>
                </a:ext>
              </a:extLst>
            </p:cNvPr>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1" name="Google Shape;4479;p26">
              <a:extLst>
                <a:ext uri="{FF2B5EF4-FFF2-40B4-BE49-F238E27FC236}">
                  <a16:creationId xmlns:a16="http://schemas.microsoft.com/office/drawing/2014/main" id="{24EF6235-C780-A4FF-8737-F2200A302158}"/>
                </a:ext>
              </a:extLst>
            </p:cNvPr>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2" name="Google Shape;4480;p26">
              <a:extLst>
                <a:ext uri="{FF2B5EF4-FFF2-40B4-BE49-F238E27FC236}">
                  <a16:creationId xmlns:a16="http://schemas.microsoft.com/office/drawing/2014/main" id="{53E12574-F5F5-9BDD-CDA3-17C08BE673A4}"/>
                </a:ext>
              </a:extLst>
            </p:cNvPr>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3" name="Google Shape;4481;p26">
              <a:extLst>
                <a:ext uri="{FF2B5EF4-FFF2-40B4-BE49-F238E27FC236}">
                  <a16:creationId xmlns:a16="http://schemas.microsoft.com/office/drawing/2014/main" id="{1482EE2F-B6F9-480E-6E90-FED96691DF46}"/>
                </a:ext>
              </a:extLst>
            </p:cNvPr>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4" name="Google Shape;4482;p26">
              <a:extLst>
                <a:ext uri="{FF2B5EF4-FFF2-40B4-BE49-F238E27FC236}">
                  <a16:creationId xmlns:a16="http://schemas.microsoft.com/office/drawing/2014/main" id="{313C8D80-526F-25EF-1A5D-68947754577E}"/>
                </a:ext>
              </a:extLst>
            </p:cNvPr>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5" name="Google Shape;4483;p26">
              <a:extLst>
                <a:ext uri="{FF2B5EF4-FFF2-40B4-BE49-F238E27FC236}">
                  <a16:creationId xmlns:a16="http://schemas.microsoft.com/office/drawing/2014/main" id="{1F121AAD-9793-626F-A2C1-60F1CCCD2419}"/>
                </a:ext>
              </a:extLst>
            </p:cNvPr>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6" name="Google Shape;4484;p26">
              <a:extLst>
                <a:ext uri="{FF2B5EF4-FFF2-40B4-BE49-F238E27FC236}">
                  <a16:creationId xmlns:a16="http://schemas.microsoft.com/office/drawing/2014/main" id="{6716FDCE-C323-3F47-1620-7E248A4D5B1A}"/>
                </a:ext>
              </a:extLst>
            </p:cNvPr>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7" name="Google Shape;4485;p26">
              <a:extLst>
                <a:ext uri="{FF2B5EF4-FFF2-40B4-BE49-F238E27FC236}">
                  <a16:creationId xmlns:a16="http://schemas.microsoft.com/office/drawing/2014/main" id="{C5C2DFCF-E35D-6F27-8EBE-6ED217085EAB}"/>
                </a:ext>
              </a:extLst>
            </p:cNvPr>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8" name="Google Shape;4486;p26">
              <a:extLst>
                <a:ext uri="{FF2B5EF4-FFF2-40B4-BE49-F238E27FC236}">
                  <a16:creationId xmlns:a16="http://schemas.microsoft.com/office/drawing/2014/main" id="{4BA23451-F499-27B1-3634-482F9249B1CA}"/>
                </a:ext>
              </a:extLst>
            </p:cNvPr>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69" name="Google Shape;4487;p26">
              <a:extLst>
                <a:ext uri="{FF2B5EF4-FFF2-40B4-BE49-F238E27FC236}">
                  <a16:creationId xmlns:a16="http://schemas.microsoft.com/office/drawing/2014/main" id="{747E7C92-0BF9-4D48-7B32-B7F0861AD508}"/>
                </a:ext>
              </a:extLst>
            </p:cNvPr>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0" name="Google Shape;4488;p26">
              <a:extLst>
                <a:ext uri="{FF2B5EF4-FFF2-40B4-BE49-F238E27FC236}">
                  <a16:creationId xmlns:a16="http://schemas.microsoft.com/office/drawing/2014/main" id="{55C21F5C-9F1D-2328-DE85-8487C76A335F}"/>
                </a:ext>
              </a:extLst>
            </p:cNvPr>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1" name="Google Shape;4489;p26">
              <a:extLst>
                <a:ext uri="{FF2B5EF4-FFF2-40B4-BE49-F238E27FC236}">
                  <a16:creationId xmlns:a16="http://schemas.microsoft.com/office/drawing/2014/main" id="{8D202D7B-B87E-5015-4D33-5A3F1B840A56}"/>
                </a:ext>
              </a:extLst>
            </p:cNvPr>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2" name="Google Shape;4490;p26">
              <a:extLst>
                <a:ext uri="{FF2B5EF4-FFF2-40B4-BE49-F238E27FC236}">
                  <a16:creationId xmlns:a16="http://schemas.microsoft.com/office/drawing/2014/main" id="{DAEAA717-519C-AD47-1640-DC1730EBFA0F}"/>
                </a:ext>
              </a:extLst>
            </p:cNvPr>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3" name="Google Shape;4491;p26">
              <a:extLst>
                <a:ext uri="{FF2B5EF4-FFF2-40B4-BE49-F238E27FC236}">
                  <a16:creationId xmlns:a16="http://schemas.microsoft.com/office/drawing/2014/main" id="{8F6916A4-2AFD-B615-B327-22E1ED5ACA91}"/>
                </a:ext>
              </a:extLst>
            </p:cNvPr>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4" name="Google Shape;4492;p26">
              <a:extLst>
                <a:ext uri="{FF2B5EF4-FFF2-40B4-BE49-F238E27FC236}">
                  <a16:creationId xmlns:a16="http://schemas.microsoft.com/office/drawing/2014/main" id="{28D3D9E9-888A-A494-13A9-6B25CBE9B89A}"/>
                </a:ext>
              </a:extLst>
            </p:cNvPr>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5" name="Google Shape;4493;p26">
              <a:extLst>
                <a:ext uri="{FF2B5EF4-FFF2-40B4-BE49-F238E27FC236}">
                  <a16:creationId xmlns:a16="http://schemas.microsoft.com/office/drawing/2014/main" id="{4C6FE4E0-7843-59D8-C056-5562493EA540}"/>
                </a:ext>
              </a:extLst>
            </p:cNvPr>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6" name="Google Shape;4494;p26">
              <a:extLst>
                <a:ext uri="{FF2B5EF4-FFF2-40B4-BE49-F238E27FC236}">
                  <a16:creationId xmlns:a16="http://schemas.microsoft.com/office/drawing/2014/main" id="{810ECB4D-E370-2C46-58C3-EF49AF46B7A5}"/>
                </a:ext>
              </a:extLst>
            </p:cNvPr>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7" name="Google Shape;4495;p26">
              <a:extLst>
                <a:ext uri="{FF2B5EF4-FFF2-40B4-BE49-F238E27FC236}">
                  <a16:creationId xmlns:a16="http://schemas.microsoft.com/office/drawing/2014/main" id="{294B8786-13F1-E6EE-9110-ACC3407CE58D}"/>
                </a:ext>
              </a:extLst>
            </p:cNvPr>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8" name="Google Shape;4496;p26">
              <a:extLst>
                <a:ext uri="{FF2B5EF4-FFF2-40B4-BE49-F238E27FC236}">
                  <a16:creationId xmlns:a16="http://schemas.microsoft.com/office/drawing/2014/main" id="{3BC75F2E-AEDE-F321-F8F6-6B3C11644BFC}"/>
                </a:ext>
              </a:extLst>
            </p:cNvPr>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79" name="Google Shape;4497;p26">
              <a:extLst>
                <a:ext uri="{FF2B5EF4-FFF2-40B4-BE49-F238E27FC236}">
                  <a16:creationId xmlns:a16="http://schemas.microsoft.com/office/drawing/2014/main" id="{40AC91E0-F74F-F99F-7071-FABEA808DD65}"/>
                </a:ext>
              </a:extLst>
            </p:cNvPr>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0" name="Google Shape;4498;p26">
              <a:extLst>
                <a:ext uri="{FF2B5EF4-FFF2-40B4-BE49-F238E27FC236}">
                  <a16:creationId xmlns:a16="http://schemas.microsoft.com/office/drawing/2014/main" id="{105BC907-73D4-90FC-22F8-7CF8594B6E1D}"/>
                </a:ext>
              </a:extLst>
            </p:cNvPr>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1" name="Google Shape;4499;p26">
              <a:extLst>
                <a:ext uri="{FF2B5EF4-FFF2-40B4-BE49-F238E27FC236}">
                  <a16:creationId xmlns:a16="http://schemas.microsoft.com/office/drawing/2014/main" id="{AE376BD6-998A-D7E6-572C-F6FBC2751D51}"/>
                </a:ext>
              </a:extLst>
            </p:cNvPr>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2" name="Google Shape;4500;p26">
              <a:extLst>
                <a:ext uri="{FF2B5EF4-FFF2-40B4-BE49-F238E27FC236}">
                  <a16:creationId xmlns:a16="http://schemas.microsoft.com/office/drawing/2014/main" id="{C588EBF9-A411-7751-D059-66D784E91239}"/>
                </a:ext>
              </a:extLst>
            </p:cNvPr>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3" name="Google Shape;4501;p26">
              <a:extLst>
                <a:ext uri="{FF2B5EF4-FFF2-40B4-BE49-F238E27FC236}">
                  <a16:creationId xmlns:a16="http://schemas.microsoft.com/office/drawing/2014/main" id="{DF04D398-204F-F6C7-1412-B62AD8A0DDFF}"/>
                </a:ext>
              </a:extLst>
            </p:cNvPr>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4" name="Google Shape;4502;p26">
              <a:extLst>
                <a:ext uri="{FF2B5EF4-FFF2-40B4-BE49-F238E27FC236}">
                  <a16:creationId xmlns:a16="http://schemas.microsoft.com/office/drawing/2014/main" id="{C8A6EA20-F4D9-6097-2EAD-1B6330CD40E7}"/>
                </a:ext>
              </a:extLst>
            </p:cNvPr>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5" name="Google Shape;4503;p26">
              <a:extLst>
                <a:ext uri="{FF2B5EF4-FFF2-40B4-BE49-F238E27FC236}">
                  <a16:creationId xmlns:a16="http://schemas.microsoft.com/office/drawing/2014/main" id="{789CA796-BA35-5D75-C432-025A2EE0AE09}"/>
                </a:ext>
              </a:extLst>
            </p:cNvPr>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6" name="Google Shape;4504;p26">
              <a:extLst>
                <a:ext uri="{FF2B5EF4-FFF2-40B4-BE49-F238E27FC236}">
                  <a16:creationId xmlns:a16="http://schemas.microsoft.com/office/drawing/2014/main" id="{C59F70EA-CC68-6651-C6AA-4B9805C106E8}"/>
                </a:ext>
              </a:extLst>
            </p:cNvPr>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7" name="Google Shape;4505;p26">
              <a:extLst>
                <a:ext uri="{FF2B5EF4-FFF2-40B4-BE49-F238E27FC236}">
                  <a16:creationId xmlns:a16="http://schemas.microsoft.com/office/drawing/2014/main" id="{A75A3BAA-08D1-48DC-FABF-673DEABC52C8}"/>
                </a:ext>
              </a:extLst>
            </p:cNvPr>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8" name="Google Shape;4506;p26">
              <a:extLst>
                <a:ext uri="{FF2B5EF4-FFF2-40B4-BE49-F238E27FC236}">
                  <a16:creationId xmlns:a16="http://schemas.microsoft.com/office/drawing/2014/main" id="{4A8BF5E7-32DA-A291-10A3-938C763083C3}"/>
                </a:ext>
              </a:extLst>
            </p:cNvPr>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89" name="Google Shape;4507;p26">
              <a:extLst>
                <a:ext uri="{FF2B5EF4-FFF2-40B4-BE49-F238E27FC236}">
                  <a16:creationId xmlns:a16="http://schemas.microsoft.com/office/drawing/2014/main" id="{8E82EBC7-CB33-B636-4F8D-AA6748F27212}"/>
                </a:ext>
              </a:extLst>
            </p:cNvPr>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0" name="Google Shape;4508;p26">
              <a:extLst>
                <a:ext uri="{FF2B5EF4-FFF2-40B4-BE49-F238E27FC236}">
                  <a16:creationId xmlns:a16="http://schemas.microsoft.com/office/drawing/2014/main" id="{D83BEC91-2F90-E465-136A-BFAA471B1E2C}"/>
                </a:ext>
              </a:extLst>
            </p:cNvPr>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1" name="Google Shape;4509;p26">
              <a:extLst>
                <a:ext uri="{FF2B5EF4-FFF2-40B4-BE49-F238E27FC236}">
                  <a16:creationId xmlns:a16="http://schemas.microsoft.com/office/drawing/2014/main" id="{93C8FB7A-D64B-C4BF-C028-F1CA973E196B}"/>
                </a:ext>
              </a:extLst>
            </p:cNvPr>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2" name="Google Shape;4510;p26">
              <a:extLst>
                <a:ext uri="{FF2B5EF4-FFF2-40B4-BE49-F238E27FC236}">
                  <a16:creationId xmlns:a16="http://schemas.microsoft.com/office/drawing/2014/main" id="{9E47F94C-9BFB-6D68-6D06-FD43A92EF6F9}"/>
                </a:ext>
              </a:extLst>
            </p:cNvPr>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3" name="Google Shape;4511;p26">
              <a:extLst>
                <a:ext uri="{FF2B5EF4-FFF2-40B4-BE49-F238E27FC236}">
                  <a16:creationId xmlns:a16="http://schemas.microsoft.com/office/drawing/2014/main" id="{BD18E7FC-7A81-748F-9C07-DDA13A7C158A}"/>
                </a:ext>
              </a:extLst>
            </p:cNvPr>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4" name="Google Shape;4512;p26">
              <a:extLst>
                <a:ext uri="{FF2B5EF4-FFF2-40B4-BE49-F238E27FC236}">
                  <a16:creationId xmlns:a16="http://schemas.microsoft.com/office/drawing/2014/main" id="{DB8CC994-E170-C76A-BC89-2836DCA1698F}"/>
                </a:ext>
              </a:extLst>
            </p:cNvPr>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5" name="Google Shape;4513;p26">
              <a:extLst>
                <a:ext uri="{FF2B5EF4-FFF2-40B4-BE49-F238E27FC236}">
                  <a16:creationId xmlns:a16="http://schemas.microsoft.com/office/drawing/2014/main" id="{9FE28025-3845-CA2C-F594-1FB54C322825}"/>
                </a:ext>
              </a:extLst>
            </p:cNvPr>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6" name="Google Shape;4514;p26">
              <a:extLst>
                <a:ext uri="{FF2B5EF4-FFF2-40B4-BE49-F238E27FC236}">
                  <a16:creationId xmlns:a16="http://schemas.microsoft.com/office/drawing/2014/main" id="{EF94B6E0-66E1-9332-EAFF-FB77559E96F1}"/>
                </a:ext>
              </a:extLst>
            </p:cNvPr>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7" name="Google Shape;4515;p26">
              <a:extLst>
                <a:ext uri="{FF2B5EF4-FFF2-40B4-BE49-F238E27FC236}">
                  <a16:creationId xmlns:a16="http://schemas.microsoft.com/office/drawing/2014/main" id="{E2A2BA52-AC89-5C5F-ED27-FE0D7FB84C04}"/>
                </a:ext>
              </a:extLst>
            </p:cNvPr>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8" name="Google Shape;4516;p26">
              <a:extLst>
                <a:ext uri="{FF2B5EF4-FFF2-40B4-BE49-F238E27FC236}">
                  <a16:creationId xmlns:a16="http://schemas.microsoft.com/office/drawing/2014/main" id="{BC27962C-9C99-DEDD-3710-9E1EC890548D}"/>
                </a:ext>
              </a:extLst>
            </p:cNvPr>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9" name="Google Shape;4517;p26">
              <a:extLst>
                <a:ext uri="{FF2B5EF4-FFF2-40B4-BE49-F238E27FC236}">
                  <a16:creationId xmlns:a16="http://schemas.microsoft.com/office/drawing/2014/main" id="{BA1EDE31-60DB-D577-73ED-D79A1DA043E5}"/>
                </a:ext>
              </a:extLst>
            </p:cNvPr>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0" name="Google Shape;4518;p26">
              <a:extLst>
                <a:ext uri="{FF2B5EF4-FFF2-40B4-BE49-F238E27FC236}">
                  <a16:creationId xmlns:a16="http://schemas.microsoft.com/office/drawing/2014/main" id="{02D6B812-EE96-B613-302B-3FF729F963D5}"/>
                </a:ext>
              </a:extLst>
            </p:cNvPr>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1" name="Google Shape;4519;p26">
              <a:extLst>
                <a:ext uri="{FF2B5EF4-FFF2-40B4-BE49-F238E27FC236}">
                  <a16:creationId xmlns:a16="http://schemas.microsoft.com/office/drawing/2014/main" id="{C4AEFF49-8019-5C8E-4C0A-34DBBEC44D0A}"/>
                </a:ext>
              </a:extLst>
            </p:cNvPr>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2" name="Google Shape;4520;p26">
              <a:extLst>
                <a:ext uri="{FF2B5EF4-FFF2-40B4-BE49-F238E27FC236}">
                  <a16:creationId xmlns:a16="http://schemas.microsoft.com/office/drawing/2014/main" id="{93B16BDF-6F92-414F-C9A5-F5DB155E9562}"/>
                </a:ext>
              </a:extLst>
            </p:cNvPr>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3" name="Google Shape;4521;p26">
              <a:extLst>
                <a:ext uri="{FF2B5EF4-FFF2-40B4-BE49-F238E27FC236}">
                  <a16:creationId xmlns:a16="http://schemas.microsoft.com/office/drawing/2014/main" id="{BBEC8200-3F52-9AD1-2C55-7EC1F0A679A6}"/>
                </a:ext>
              </a:extLst>
            </p:cNvPr>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4" name="Google Shape;4522;p26">
              <a:extLst>
                <a:ext uri="{FF2B5EF4-FFF2-40B4-BE49-F238E27FC236}">
                  <a16:creationId xmlns:a16="http://schemas.microsoft.com/office/drawing/2014/main" id="{2D2D1087-5BF4-7EB3-56DA-799CA6295CB7}"/>
                </a:ext>
              </a:extLst>
            </p:cNvPr>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5" name="Google Shape;4523;p26">
              <a:extLst>
                <a:ext uri="{FF2B5EF4-FFF2-40B4-BE49-F238E27FC236}">
                  <a16:creationId xmlns:a16="http://schemas.microsoft.com/office/drawing/2014/main" id="{5161BAB5-0C7C-A30F-230B-48E6FCE13822}"/>
                </a:ext>
              </a:extLst>
            </p:cNvPr>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6" name="Google Shape;4524;p26">
              <a:extLst>
                <a:ext uri="{FF2B5EF4-FFF2-40B4-BE49-F238E27FC236}">
                  <a16:creationId xmlns:a16="http://schemas.microsoft.com/office/drawing/2014/main" id="{F4D24FE2-FD85-99D5-81B7-44F0338FA816}"/>
                </a:ext>
              </a:extLst>
            </p:cNvPr>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7" name="Google Shape;4525;p26">
              <a:extLst>
                <a:ext uri="{FF2B5EF4-FFF2-40B4-BE49-F238E27FC236}">
                  <a16:creationId xmlns:a16="http://schemas.microsoft.com/office/drawing/2014/main" id="{ACA9EE9E-E7D3-5A72-6122-D63AAD480551}"/>
                </a:ext>
              </a:extLst>
            </p:cNvPr>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8" name="Google Shape;4526;p26">
              <a:extLst>
                <a:ext uri="{FF2B5EF4-FFF2-40B4-BE49-F238E27FC236}">
                  <a16:creationId xmlns:a16="http://schemas.microsoft.com/office/drawing/2014/main" id="{55037B09-FBAE-7F8B-AE8A-E172D4160D3D}"/>
                </a:ext>
              </a:extLst>
            </p:cNvPr>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9" name="Google Shape;4527;p26">
              <a:extLst>
                <a:ext uri="{FF2B5EF4-FFF2-40B4-BE49-F238E27FC236}">
                  <a16:creationId xmlns:a16="http://schemas.microsoft.com/office/drawing/2014/main" id="{46E72D56-9BB4-010E-29A5-3A2BAD80A69A}"/>
                </a:ext>
              </a:extLst>
            </p:cNvPr>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0" name="Google Shape;4528;p26">
              <a:extLst>
                <a:ext uri="{FF2B5EF4-FFF2-40B4-BE49-F238E27FC236}">
                  <a16:creationId xmlns:a16="http://schemas.microsoft.com/office/drawing/2014/main" id="{20F653BE-77A4-28C0-1116-03C0AFDF78D6}"/>
                </a:ext>
              </a:extLst>
            </p:cNvPr>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1" name="Google Shape;4529;p26">
              <a:extLst>
                <a:ext uri="{FF2B5EF4-FFF2-40B4-BE49-F238E27FC236}">
                  <a16:creationId xmlns:a16="http://schemas.microsoft.com/office/drawing/2014/main" id="{8B3CA22E-697B-740A-4E04-435378748B9D}"/>
                </a:ext>
              </a:extLst>
            </p:cNvPr>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2" name="Google Shape;4530;p26">
              <a:extLst>
                <a:ext uri="{FF2B5EF4-FFF2-40B4-BE49-F238E27FC236}">
                  <a16:creationId xmlns:a16="http://schemas.microsoft.com/office/drawing/2014/main" id="{82A9EA27-4D68-AA44-96CE-3999072BA5B6}"/>
                </a:ext>
              </a:extLst>
            </p:cNvPr>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3" name="Google Shape;4531;p26">
              <a:extLst>
                <a:ext uri="{FF2B5EF4-FFF2-40B4-BE49-F238E27FC236}">
                  <a16:creationId xmlns:a16="http://schemas.microsoft.com/office/drawing/2014/main" id="{1AD3EA9E-991F-F6A7-A290-B348F6280156}"/>
                </a:ext>
              </a:extLst>
            </p:cNvPr>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4" name="Google Shape;4532;p26">
              <a:extLst>
                <a:ext uri="{FF2B5EF4-FFF2-40B4-BE49-F238E27FC236}">
                  <a16:creationId xmlns:a16="http://schemas.microsoft.com/office/drawing/2014/main" id="{C964A1C0-EF90-1FE4-66C5-2ECD4EDD1A09}"/>
                </a:ext>
              </a:extLst>
            </p:cNvPr>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5" name="Google Shape;4533;p26">
              <a:extLst>
                <a:ext uri="{FF2B5EF4-FFF2-40B4-BE49-F238E27FC236}">
                  <a16:creationId xmlns:a16="http://schemas.microsoft.com/office/drawing/2014/main" id="{09DFF73D-35B2-28B8-C3E5-8904D66D5542}"/>
                </a:ext>
              </a:extLst>
            </p:cNvPr>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6" name="Google Shape;4534;p26">
              <a:extLst>
                <a:ext uri="{FF2B5EF4-FFF2-40B4-BE49-F238E27FC236}">
                  <a16:creationId xmlns:a16="http://schemas.microsoft.com/office/drawing/2014/main" id="{87DB08A9-08B9-1D7A-D5FD-31DA97C5EAD2}"/>
                </a:ext>
              </a:extLst>
            </p:cNvPr>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7" name="Google Shape;4535;p26">
              <a:extLst>
                <a:ext uri="{FF2B5EF4-FFF2-40B4-BE49-F238E27FC236}">
                  <a16:creationId xmlns:a16="http://schemas.microsoft.com/office/drawing/2014/main" id="{1FFEF2EE-2E06-843C-831E-38F6B625F48E}"/>
                </a:ext>
              </a:extLst>
            </p:cNvPr>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8" name="Google Shape;4536;p26">
              <a:extLst>
                <a:ext uri="{FF2B5EF4-FFF2-40B4-BE49-F238E27FC236}">
                  <a16:creationId xmlns:a16="http://schemas.microsoft.com/office/drawing/2014/main" id="{0A1D3B8D-3D64-3CC8-B39C-7E5D9249364D}"/>
                </a:ext>
              </a:extLst>
            </p:cNvPr>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9" name="Google Shape;4537;p26">
              <a:extLst>
                <a:ext uri="{FF2B5EF4-FFF2-40B4-BE49-F238E27FC236}">
                  <a16:creationId xmlns:a16="http://schemas.microsoft.com/office/drawing/2014/main" id="{F859423B-FA8D-2580-BF30-67BCA07A35F2}"/>
                </a:ext>
              </a:extLst>
            </p:cNvPr>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0" name="Google Shape;4538;p26">
              <a:extLst>
                <a:ext uri="{FF2B5EF4-FFF2-40B4-BE49-F238E27FC236}">
                  <a16:creationId xmlns:a16="http://schemas.microsoft.com/office/drawing/2014/main" id="{8837C732-A1FA-B67F-2C6F-F0811404E89A}"/>
                </a:ext>
              </a:extLst>
            </p:cNvPr>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1" name="Google Shape;4539;p26">
              <a:extLst>
                <a:ext uri="{FF2B5EF4-FFF2-40B4-BE49-F238E27FC236}">
                  <a16:creationId xmlns:a16="http://schemas.microsoft.com/office/drawing/2014/main" id="{AB14D1B0-43DB-0434-4033-D218E4FA18D6}"/>
                </a:ext>
              </a:extLst>
            </p:cNvPr>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2" name="Google Shape;4540;p26">
              <a:extLst>
                <a:ext uri="{FF2B5EF4-FFF2-40B4-BE49-F238E27FC236}">
                  <a16:creationId xmlns:a16="http://schemas.microsoft.com/office/drawing/2014/main" id="{31EE130D-D9FC-4511-D0A1-DFA8C8CCB427}"/>
                </a:ext>
              </a:extLst>
            </p:cNvPr>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3" name="Google Shape;4541;p26">
              <a:extLst>
                <a:ext uri="{FF2B5EF4-FFF2-40B4-BE49-F238E27FC236}">
                  <a16:creationId xmlns:a16="http://schemas.microsoft.com/office/drawing/2014/main" id="{4A6F2FC5-2D60-5CDA-1613-F78C6A6BB064}"/>
                </a:ext>
              </a:extLst>
            </p:cNvPr>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4" name="Google Shape;4542;p26">
              <a:extLst>
                <a:ext uri="{FF2B5EF4-FFF2-40B4-BE49-F238E27FC236}">
                  <a16:creationId xmlns:a16="http://schemas.microsoft.com/office/drawing/2014/main" id="{B8ABC306-7674-13EC-304F-0F0DB37D45BD}"/>
                </a:ext>
              </a:extLst>
            </p:cNvPr>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5" name="Google Shape;4543;p26">
              <a:extLst>
                <a:ext uri="{FF2B5EF4-FFF2-40B4-BE49-F238E27FC236}">
                  <a16:creationId xmlns:a16="http://schemas.microsoft.com/office/drawing/2014/main" id="{C65400E9-C0C6-BD9E-5639-821FD3D2FFBF}"/>
                </a:ext>
              </a:extLst>
            </p:cNvPr>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6" name="Google Shape;4544;p26">
              <a:extLst>
                <a:ext uri="{FF2B5EF4-FFF2-40B4-BE49-F238E27FC236}">
                  <a16:creationId xmlns:a16="http://schemas.microsoft.com/office/drawing/2014/main" id="{EBBE3845-D294-D087-0C7C-CA2B28024990}"/>
                </a:ext>
              </a:extLst>
            </p:cNvPr>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7" name="Google Shape;4545;p26">
              <a:extLst>
                <a:ext uri="{FF2B5EF4-FFF2-40B4-BE49-F238E27FC236}">
                  <a16:creationId xmlns:a16="http://schemas.microsoft.com/office/drawing/2014/main" id="{6E6F01AD-9A10-B2C6-96E1-86DE7C17A07C}"/>
                </a:ext>
              </a:extLst>
            </p:cNvPr>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8" name="Google Shape;4546;p26">
              <a:extLst>
                <a:ext uri="{FF2B5EF4-FFF2-40B4-BE49-F238E27FC236}">
                  <a16:creationId xmlns:a16="http://schemas.microsoft.com/office/drawing/2014/main" id="{73CC1CE5-B43F-039B-4661-4D8726174831}"/>
                </a:ext>
              </a:extLst>
            </p:cNvPr>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29" name="Google Shape;4547;p26">
              <a:extLst>
                <a:ext uri="{FF2B5EF4-FFF2-40B4-BE49-F238E27FC236}">
                  <a16:creationId xmlns:a16="http://schemas.microsoft.com/office/drawing/2014/main" id="{3B45F427-96BF-5DDC-4E49-CB25F8C07A44}"/>
                </a:ext>
              </a:extLst>
            </p:cNvPr>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0" name="Google Shape;4548;p26">
              <a:extLst>
                <a:ext uri="{FF2B5EF4-FFF2-40B4-BE49-F238E27FC236}">
                  <a16:creationId xmlns:a16="http://schemas.microsoft.com/office/drawing/2014/main" id="{9532D1C1-8AD4-D844-7D16-F37F774E2043}"/>
                </a:ext>
              </a:extLst>
            </p:cNvPr>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1" name="Google Shape;4549;p26">
              <a:extLst>
                <a:ext uri="{FF2B5EF4-FFF2-40B4-BE49-F238E27FC236}">
                  <a16:creationId xmlns:a16="http://schemas.microsoft.com/office/drawing/2014/main" id="{BB7DD7D8-708B-D86F-CEB9-3EB9086305CF}"/>
                </a:ext>
              </a:extLst>
            </p:cNvPr>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2" name="Google Shape;4550;p26">
              <a:extLst>
                <a:ext uri="{FF2B5EF4-FFF2-40B4-BE49-F238E27FC236}">
                  <a16:creationId xmlns:a16="http://schemas.microsoft.com/office/drawing/2014/main" id="{B10A69C8-271C-AB4B-E909-5ED405FB778A}"/>
                </a:ext>
              </a:extLst>
            </p:cNvPr>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3" name="Google Shape;4551;p26">
              <a:extLst>
                <a:ext uri="{FF2B5EF4-FFF2-40B4-BE49-F238E27FC236}">
                  <a16:creationId xmlns:a16="http://schemas.microsoft.com/office/drawing/2014/main" id="{E6A33732-332E-BB41-3C34-0A551C0756E3}"/>
                </a:ext>
              </a:extLst>
            </p:cNvPr>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4" name="Google Shape;4552;p26">
              <a:extLst>
                <a:ext uri="{FF2B5EF4-FFF2-40B4-BE49-F238E27FC236}">
                  <a16:creationId xmlns:a16="http://schemas.microsoft.com/office/drawing/2014/main" id="{DDFB1751-5E8A-8211-0705-571AC751151F}"/>
                </a:ext>
              </a:extLst>
            </p:cNvPr>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5" name="Google Shape;4553;p26">
              <a:extLst>
                <a:ext uri="{FF2B5EF4-FFF2-40B4-BE49-F238E27FC236}">
                  <a16:creationId xmlns:a16="http://schemas.microsoft.com/office/drawing/2014/main" id="{3C1F98D3-4837-5D92-378F-2CFB03D154F5}"/>
                </a:ext>
              </a:extLst>
            </p:cNvPr>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6" name="Google Shape;4554;p26">
              <a:extLst>
                <a:ext uri="{FF2B5EF4-FFF2-40B4-BE49-F238E27FC236}">
                  <a16:creationId xmlns:a16="http://schemas.microsoft.com/office/drawing/2014/main" id="{FABF0367-83A5-DD8A-E6B9-492ABBDBA56C}"/>
                </a:ext>
              </a:extLst>
            </p:cNvPr>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7" name="Google Shape;4555;p26">
              <a:extLst>
                <a:ext uri="{FF2B5EF4-FFF2-40B4-BE49-F238E27FC236}">
                  <a16:creationId xmlns:a16="http://schemas.microsoft.com/office/drawing/2014/main" id="{60B25A09-4564-EEF8-B27A-4D543C0DEE3D}"/>
                </a:ext>
              </a:extLst>
            </p:cNvPr>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8" name="Google Shape;4556;p26">
              <a:extLst>
                <a:ext uri="{FF2B5EF4-FFF2-40B4-BE49-F238E27FC236}">
                  <a16:creationId xmlns:a16="http://schemas.microsoft.com/office/drawing/2014/main" id="{CCF9C81E-8DB6-FDEE-BF70-B2DC8C40E27A}"/>
                </a:ext>
              </a:extLst>
            </p:cNvPr>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39" name="Google Shape;4557;p26">
              <a:extLst>
                <a:ext uri="{FF2B5EF4-FFF2-40B4-BE49-F238E27FC236}">
                  <a16:creationId xmlns:a16="http://schemas.microsoft.com/office/drawing/2014/main" id="{213E4018-B17D-8CA0-E90E-28131D7014D5}"/>
                </a:ext>
              </a:extLst>
            </p:cNvPr>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0" name="Google Shape;4558;p26">
              <a:extLst>
                <a:ext uri="{FF2B5EF4-FFF2-40B4-BE49-F238E27FC236}">
                  <a16:creationId xmlns:a16="http://schemas.microsoft.com/office/drawing/2014/main" id="{17ACFAE5-D092-B413-9723-2D70E93AE31C}"/>
                </a:ext>
              </a:extLst>
            </p:cNvPr>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1" name="Google Shape;4559;p26">
              <a:extLst>
                <a:ext uri="{FF2B5EF4-FFF2-40B4-BE49-F238E27FC236}">
                  <a16:creationId xmlns:a16="http://schemas.microsoft.com/office/drawing/2014/main" id="{D5B8C51B-A56E-43CD-1FBC-00A1DDA0C30B}"/>
                </a:ext>
              </a:extLst>
            </p:cNvPr>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2" name="Google Shape;4560;p26">
              <a:extLst>
                <a:ext uri="{FF2B5EF4-FFF2-40B4-BE49-F238E27FC236}">
                  <a16:creationId xmlns:a16="http://schemas.microsoft.com/office/drawing/2014/main" id="{12E2027F-8907-0447-11B9-0AEE19A17277}"/>
                </a:ext>
              </a:extLst>
            </p:cNvPr>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3" name="Google Shape;4561;p26">
              <a:extLst>
                <a:ext uri="{FF2B5EF4-FFF2-40B4-BE49-F238E27FC236}">
                  <a16:creationId xmlns:a16="http://schemas.microsoft.com/office/drawing/2014/main" id="{60E6316C-A7CE-8863-AD89-DAE4215A52B9}"/>
                </a:ext>
              </a:extLst>
            </p:cNvPr>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4" name="Google Shape;4562;p26">
              <a:extLst>
                <a:ext uri="{FF2B5EF4-FFF2-40B4-BE49-F238E27FC236}">
                  <a16:creationId xmlns:a16="http://schemas.microsoft.com/office/drawing/2014/main" id="{6474B965-75F0-7FAA-454D-D3CB14C90E0C}"/>
                </a:ext>
              </a:extLst>
            </p:cNvPr>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5" name="Google Shape;4563;p26">
              <a:extLst>
                <a:ext uri="{FF2B5EF4-FFF2-40B4-BE49-F238E27FC236}">
                  <a16:creationId xmlns:a16="http://schemas.microsoft.com/office/drawing/2014/main" id="{FEB585D7-DB72-FB22-ED78-E2EFDF83F23E}"/>
                </a:ext>
              </a:extLst>
            </p:cNvPr>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6" name="Google Shape;4564;p26">
              <a:extLst>
                <a:ext uri="{FF2B5EF4-FFF2-40B4-BE49-F238E27FC236}">
                  <a16:creationId xmlns:a16="http://schemas.microsoft.com/office/drawing/2014/main" id="{A1611020-5FC7-C9CE-3404-130C6F0DBCAC}"/>
                </a:ext>
              </a:extLst>
            </p:cNvPr>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7" name="Google Shape;4565;p26">
              <a:extLst>
                <a:ext uri="{FF2B5EF4-FFF2-40B4-BE49-F238E27FC236}">
                  <a16:creationId xmlns:a16="http://schemas.microsoft.com/office/drawing/2014/main" id="{D7892573-D9C1-24ED-B77B-311E11FF2010}"/>
                </a:ext>
              </a:extLst>
            </p:cNvPr>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8" name="Google Shape;4566;p26">
              <a:extLst>
                <a:ext uri="{FF2B5EF4-FFF2-40B4-BE49-F238E27FC236}">
                  <a16:creationId xmlns:a16="http://schemas.microsoft.com/office/drawing/2014/main" id="{57F7AFFB-E85F-7C9C-AE9F-E6184F2E73C5}"/>
                </a:ext>
              </a:extLst>
            </p:cNvPr>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49" name="Google Shape;4567;p26">
              <a:extLst>
                <a:ext uri="{FF2B5EF4-FFF2-40B4-BE49-F238E27FC236}">
                  <a16:creationId xmlns:a16="http://schemas.microsoft.com/office/drawing/2014/main" id="{818030BA-4926-B52D-8660-D8FAB58FD8BD}"/>
                </a:ext>
              </a:extLst>
            </p:cNvPr>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0" name="Google Shape;4568;p26">
              <a:extLst>
                <a:ext uri="{FF2B5EF4-FFF2-40B4-BE49-F238E27FC236}">
                  <a16:creationId xmlns:a16="http://schemas.microsoft.com/office/drawing/2014/main" id="{74952A0D-F308-BFF6-394C-10AE54025EC6}"/>
                </a:ext>
              </a:extLst>
            </p:cNvPr>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1" name="Google Shape;4569;p26">
              <a:extLst>
                <a:ext uri="{FF2B5EF4-FFF2-40B4-BE49-F238E27FC236}">
                  <a16:creationId xmlns:a16="http://schemas.microsoft.com/office/drawing/2014/main" id="{B04BDF37-8ADF-627A-2881-BD7F306578F5}"/>
                </a:ext>
              </a:extLst>
            </p:cNvPr>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2" name="Google Shape;4570;p26">
              <a:extLst>
                <a:ext uri="{FF2B5EF4-FFF2-40B4-BE49-F238E27FC236}">
                  <a16:creationId xmlns:a16="http://schemas.microsoft.com/office/drawing/2014/main" id="{F2E5CDAE-25F8-DBAE-1C28-A0BD08AD4F65}"/>
                </a:ext>
              </a:extLst>
            </p:cNvPr>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3" name="Google Shape;4571;p26">
              <a:extLst>
                <a:ext uri="{FF2B5EF4-FFF2-40B4-BE49-F238E27FC236}">
                  <a16:creationId xmlns:a16="http://schemas.microsoft.com/office/drawing/2014/main" id="{5E8EA462-F853-61F8-3DF8-C41CDEB09EDD}"/>
                </a:ext>
              </a:extLst>
            </p:cNvPr>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4" name="Google Shape;4572;p26">
              <a:extLst>
                <a:ext uri="{FF2B5EF4-FFF2-40B4-BE49-F238E27FC236}">
                  <a16:creationId xmlns:a16="http://schemas.microsoft.com/office/drawing/2014/main" id="{808A3C93-A24C-C772-5DD2-2B79EDF11EB7}"/>
                </a:ext>
              </a:extLst>
            </p:cNvPr>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5" name="Google Shape;4573;p26">
              <a:extLst>
                <a:ext uri="{FF2B5EF4-FFF2-40B4-BE49-F238E27FC236}">
                  <a16:creationId xmlns:a16="http://schemas.microsoft.com/office/drawing/2014/main" id="{9AC9F53E-1A38-406D-907A-9F1931DAE710}"/>
                </a:ext>
              </a:extLst>
            </p:cNvPr>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6" name="Google Shape;4574;p26">
              <a:extLst>
                <a:ext uri="{FF2B5EF4-FFF2-40B4-BE49-F238E27FC236}">
                  <a16:creationId xmlns:a16="http://schemas.microsoft.com/office/drawing/2014/main" id="{DAE5C5F7-6055-E744-D350-BF077D6806E1}"/>
                </a:ext>
              </a:extLst>
            </p:cNvPr>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7" name="Google Shape;4575;p26">
              <a:extLst>
                <a:ext uri="{FF2B5EF4-FFF2-40B4-BE49-F238E27FC236}">
                  <a16:creationId xmlns:a16="http://schemas.microsoft.com/office/drawing/2014/main" id="{2939B405-6686-4A55-3F0D-CD5F422E59B7}"/>
                </a:ext>
              </a:extLst>
            </p:cNvPr>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8" name="Google Shape;4576;p26">
              <a:extLst>
                <a:ext uri="{FF2B5EF4-FFF2-40B4-BE49-F238E27FC236}">
                  <a16:creationId xmlns:a16="http://schemas.microsoft.com/office/drawing/2014/main" id="{9624362E-EE08-F34C-72E0-D56F8B3A82F9}"/>
                </a:ext>
              </a:extLst>
            </p:cNvPr>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59" name="Google Shape;4577;p26">
              <a:extLst>
                <a:ext uri="{FF2B5EF4-FFF2-40B4-BE49-F238E27FC236}">
                  <a16:creationId xmlns:a16="http://schemas.microsoft.com/office/drawing/2014/main" id="{ECE334B4-E0EA-9441-2C04-E6D0EDFFFCCE}"/>
                </a:ext>
              </a:extLst>
            </p:cNvPr>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0" name="Google Shape;4578;p26">
              <a:extLst>
                <a:ext uri="{FF2B5EF4-FFF2-40B4-BE49-F238E27FC236}">
                  <a16:creationId xmlns:a16="http://schemas.microsoft.com/office/drawing/2014/main" id="{EAAE0D07-C80D-FFA5-B519-DAC6AC9AC01B}"/>
                </a:ext>
              </a:extLst>
            </p:cNvPr>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1" name="Google Shape;4579;p26">
              <a:extLst>
                <a:ext uri="{FF2B5EF4-FFF2-40B4-BE49-F238E27FC236}">
                  <a16:creationId xmlns:a16="http://schemas.microsoft.com/office/drawing/2014/main" id="{BD772DCB-53A9-1A99-2E5B-0DB30CC3EC3F}"/>
                </a:ext>
              </a:extLst>
            </p:cNvPr>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2" name="Google Shape;4580;p26">
              <a:extLst>
                <a:ext uri="{FF2B5EF4-FFF2-40B4-BE49-F238E27FC236}">
                  <a16:creationId xmlns:a16="http://schemas.microsoft.com/office/drawing/2014/main" id="{6B53ED1B-F329-4316-1474-9FBC9B0CC243}"/>
                </a:ext>
              </a:extLst>
            </p:cNvPr>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3" name="Google Shape;4581;p26">
              <a:extLst>
                <a:ext uri="{FF2B5EF4-FFF2-40B4-BE49-F238E27FC236}">
                  <a16:creationId xmlns:a16="http://schemas.microsoft.com/office/drawing/2014/main" id="{CB782BB7-DC5E-8D05-F3E9-2972BA6CE05A}"/>
                </a:ext>
              </a:extLst>
            </p:cNvPr>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4" name="Google Shape;4582;p26">
              <a:extLst>
                <a:ext uri="{FF2B5EF4-FFF2-40B4-BE49-F238E27FC236}">
                  <a16:creationId xmlns:a16="http://schemas.microsoft.com/office/drawing/2014/main" id="{62806CD3-760E-2192-5669-0D8EBE28A492}"/>
                </a:ext>
              </a:extLst>
            </p:cNvPr>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5" name="Google Shape;4583;p26">
              <a:extLst>
                <a:ext uri="{FF2B5EF4-FFF2-40B4-BE49-F238E27FC236}">
                  <a16:creationId xmlns:a16="http://schemas.microsoft.com/office/drawing/2014/main" id="{363D7FC8-3375-EB43-E1BC-D94419A05C74}"/>
                </a:ext>
              </a:extLst>
            </p:cNvPr>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6" name="Google Shape;4584;p26">
              <a:extLst>
                <a:ext uri="{FF2B5EF4-FFF2-40B4-BE49-F238E27FC236}">
                  <a16:creationId xmlns:a16="http://schemas.microsoft.com/office/drawing/2014/main" id="{A55D2C08-4C83-A41B-F1A1-D4EAE72FD9BA}"/>
                </a:ext>
              </a:extLst>
            </p:cNvPr>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7" name="Google Shape;4585;p26">
              <a:extLst>
                <a:ext uri="{FF2B5EF4-FFF2-40B4-BE49-F238E27FC236}">
                  <a16:creationId xmlns:a16="http://schemas.microsoft.com/office/drawing/2014/main" id="{8FE77DC6-EFD0-C3A7-9C6A-0EEC71F0ECD7}"/>
                </a:ext>
              </a:extLst>
            </p:cNvPr>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8" name="Google Shape;4586;p26">
              <a:extLst>
                <a:ext uri="{FF2B5EF4-FFF2-40B4-BE49-F238E27FC236}">
                  <a16:creationId xmlns:a16="http://schemas.microsoft.com/office/drawing/2014/main" id="{0CD37452-90CE-8773-006A-17F7EA1B6CDD}"/>
                </a:ext>
              </a:extLst>
            </p:cNvPr>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9" name="Google Shape;4587;p26">
              <a:extLst>
                <a:ext uri="{FF2B5EF4-FFF2-40B4-BE49-F238E27FC236}">
                  <a16:creationId xmlns:a16="http://schemas.microsoft.com/office/drawing/2014/main" id="{010AE5AF-A0FB-496B-48D6-DD7C615D3432}"/>
                </a:ext>
              </a:extLst>
            </p:cNvPr>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0" name="Google Shape;4588;p26">
              <a:extLst>
                <a:ext uri="{FF2B5EF4-FFF2-40B4-BE49-F238E27FC236}">
                  <a16:creationId xmlns:a16="http://schemas.microsoft.com/office/drawing/2014/main" id="{2344C227-B6A5-D4C6-E6C5-334013EB3667}"/>
                </a:ext>
              </a:extLst>
            </p:cNvPr>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1" name="Google Shape;4589;p26">
              <a:extLst>
                <a:ext uri="{FF2B5EF4-FFF2-40B4-BE49-F238E27FC236}">
                  <a16:creationId xmlns:a16="http://schemas.microsoft.com/office/drawing/2014/main" id="{1814E50F-6BD4-6BEE-FA28-A81F8690CD58}"/>
                </a:ext>
              </a:extLst>
            </p:cNvPr>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2" name="Google Shape;4590;p26">
              <a:extLst>
                <a:ext uri="{FF2B5EF4-FFF2-40B4-BE49-F238E27FC236}">
                  <a16:creationId xmlns:a16="http://schemas.microsoft.com/office/drawing/2014/main" id="{B24EA278-9737-A315-34EA-3EC95D0E1B10}"/>
                </a:ext>
              </a:extLst>
            </p:cNvPr>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3" name="Google Shape;4591;p26">
              <a:extLst>
                <a:ext uri="{FF2B5EF4-FFF2-40B4-BE49-F238E27FC236}">
                  <a16:creationId xmlns:a16="http://schemas.microsoft.com/office/drawing/2014/main" id="{85523EBA-231F-77B9-01E7-3D3F7051D10B}"/>
                </a:ext>
              </a:extLst>
            </p:cNvPr>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4" name="Google Shape;4592;p26">
              <a:extLst>
                <a:ext uri="{FF2B5EF4-FFF2-40B4-BE49-F238E27FC236}">
                  <a16:creationId xmlns:a16="http://schemas.microsoft.com/office/drawing/2014/main" id="{5B25CA60-2D22-93B2-10FD-B8CB354020BB}"/>
                </a:ext>
              </a:extLst>
            </p:cNvPr>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5" name="Google Shape;4593;p26">
              <a:extLst>
                <a:ext uri="{FF2B5EF4-FFF2-40B4-BE49-F238E27FC236}">
                  <a16:creationId xmlns:a16="http://schemas.microsoft.com/office/drawing/2014/main" id="{43788BCE-38FE-C884-8519-F4D4ED244EC1}"/>
                </a:ext>
              </a:extLst>
            </p:cNvPr>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6" name="Google Shape;4594;p26">
              <a:extLst>
                <a:ext uri="{FF2B5EF4-FFF2-40B4-BE49-F238E27FC236}">
                  <a16:creationId xmlns:a16="http://schemas.microsoft.com/office/drawing/2014/main" id="{F1E59902-FF8A-17FB-759A-824F31D2D08D}"/>
                </a:ext>
              </a:extLst>
            </p:cNvPr>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7" name="Google Shape;4595;p26">
              <a:extLst>
                <a:ext uri="{FF2B5EF4-FFF2-40B4-BE49-F238E27FC236}">
                  <a16:creationId xmlns:a16="http://schemas.microsoft.com/office/drawing/2014/main" id="{1FB0EFDC-7687-5564-B493-181A8DCB4EC9}"/>
                </a:ext>
              </a:extLst>
            </p:cNvPr>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8" name="Google Shape;4596;p26">
              <a:extLst>
                <a:ext uri="{FF2B5EF4-FFF2-40B4-BE49-F238E27FC236}">
                  <a16:creationId xmlns:a16="http://schemas.microsoft.com/office/drawing/2014/main" id="{9284D7C8-7438-B7FF-120B-97ED1814D839}"/>
                </a:ext>
              </a:extLst>
            </p:cNvPr>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79" name="Google Shape;4597;p26">
              <a:extLst>
                <a:ext uri="{FF2B5EF4-FFF2-40B4-BE49-F238E27FC236}">
                  <a16:creationId xmlns:a16="http://schemas.microsoft.com/office/drawing/2014/main" id="{64D200FE-2A75-9DE7-7881-E35CBB2B72BD}"/>
                </a:ext>
              </a:extLst>
            </p:cNvPr>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0" name="Google Shape;4598;p26">
              <a:extLst>
                <a:ext uri="{FF2B5EF4-FFF2-40B4-BE49-F238E27FC236}">
                  <a16:creationId xmlns:a16="http://schemas.microsoft.com/office/drawing/2014/main" id="{E379CB8A-7BBB-AB09-5EB6-16A81283BFB3}"/>
                </a:ext>
              </a:extLst>
            </p:cNvPr>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1" name="Google Shape;4599;p26">
              <a:extLst>
                <a:ext uri="{FF2B5EF4-FFF2-40B4-BE49-F238E27FC236}">
                  <a16:creationId xmlns:a16="http://schemas.microsoft.com/office/drawing/2014/main" id="{EA6C569C-35C3-8CE1-296C-A0A0F4D1E756}"/>
                </a:ext>
              </a:extLst>
            </p:cNvPr>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2" name="Google Shape;4600;p26">
              <a:extLst>
                <a:ext uri="{FF2B5EF4-FFF2-40B4-BE49-F238E27FC236}">
                  <a16:creationId xmlns:a16="http://schemas.microsoft.com/office/drawing/2014/main" id="{65792D6E-EEFB-374A-5500-20553CB8FAB2}"/>
                </a:ext>
              </a:extLst>
            </p:cNvPr>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3" name="Google Shape;4601;p26">
              <a:extLst>
                <a:ext uri="{FF2B5EF4-FFF2-40B4-BE49-F238E27FC236}">
                  <a16:creationId xmlns:a16="http://schemas.microsoft.com/office/drawing/2014/main" id="{B01676B8-8EE3-B64F-1BED-2E601DE36C68}"/>
                </a:ext>
              </a:extLst>
            </p:cNvPr>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4" name="Google Shape;4602;p26">
              <a:extLst>
                <a:ext uri="{FF2B5EF4-FFF2-40B4-BE49-F238E27FC236}">
                  <a16:creationId xmlns:a16="http://schemas.microsoft.com/office/drawing/2014/main" id="{EA974068-E12C-EDD6-DAF8-D89F8BA27F70}"/>
                </a:ext>
              </a:extLst>
            </p:cNvPr>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5" name="Google Shape;4603;p26">
              <a:extLst>
                <a:ext uri="{FF2B5EF4-FFF2-40B4-BE49-F238E27FC236}">
                  <a16:creationId xmlns:a16="http://schemas.microsoft.com/office/drawing/2014/main" id="{95929C5B-47DE-8908-1773-1C350DD5D764}"/>
                </a:ext>
              </a:extLst>
            </p:cNvPr>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6" name="Google Shape;4604;p26">
              <a:extLst>
                <a:ext uri="{FF2B5EF4-FFF2-40B4-BE49-F238E27FC236}">
                  <a16:creationId xmlns:a16="http://schemas.microsoft.com/office/drawing/2014/main" id="{9BE0CCA8-14E1-4D88-A6EC-2E046FFC2539}"/>
                </a:ext>
              </a:extLst>
            </p:cNvPr>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7" name="Google Shape;4605;p26">
              <a:extLst>
                <a:ext uri="{FF2B5EF4-FFF2-40B4-BE49-F238E27FC236}">
                  <a16:creationId xmlns:a16="http://schemas.microsoft.com/office/drawing/2014/main" id="{DD14EEDA-C09D-B8B0-2209-CCE69B59BB4E}"/>
                </a:ext>
              </a:extLst>
            </p:cNvPr>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8" name="Google Shape;4606;p26">
              <a:extLst>
                <a:ext uri="{FF2B5EF4-FFF2-40B4-BE49-F238E27FC236}">
                  <a16:creationId xmlns:a16="http://schemas.microsoft.com/office/drawing/2014/main" id="{362EEBE4-7367-8640-3FA6-6C623CAADB7C}"/>
                </a:ext>
              </a:extLst>
            </p:cNvPr>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89" name="Google Shape;4607;p26">
              <a:extLst>
                <a:ext uri="{FF2B5EF4-FFF2-40B4-BE49-F238E27FC236}">
                  <a16:creationId xmlns:a16="http://schemas.microsoft.com/office/drawing/2014/main" id="{1DD506F1-68C0-B34E-6108-93E94928BCC3}"/>
                </a:ext>
              </a:extLst>
            </p:cNvPr>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0" name="Google Shape;4608;p26">
              <a:extLst>
                <a:ext uri="{FF2B5EF4-FFF2-40B4-BE49-F238E27FC236}">
                  <a16:creationId xmlns:a16="http://schemas.microsoft.com/office/drawing/2014/main" id="{8406E93C-61E1-7BEC-E30D-B57EA650458E}"/>
                </a:ext>
              </a:extLst>
            </p:cNvPr>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1" name="Google Shape;4609;p26">
              <a:extLst>
                <a:ext uri="{FF2B5EF4-FFF2-40B4-BE49-F238E27FC236}">
                  <a16:creationId xmlns:a16="http://schemas.microsoft.com/office/drawing/2014/main" id="{17DB4C88-0FE8-2B9E-19F3-96E0A0A09931}"/>
                </a:ext>
              </a:extLst>
            </p:cNvPr>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2" name="Google Shape;4610;p26">
              <a:extLst>
                <a:ext uri="{FF2B5EF4-FFF2-40B4-BE49-F238E27FC236}">
                  <a16:creationId xmlns:a16="http://schemas.microsoft.com/office/drawing/2014/main" id="{5C5EB5E6-12FB-2772-F922-0BBE45E49D87}"/>
                </a:ext>
              </a:extLst>
            </p:cNvPr>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3" name="Google Shape;4611;p26">
              <a:extLst>
                <a:ext uri="{FF2B5EF4-FFF2-40B4-BE49-F238E27FC236}">
                  <a16:creationId xmlns:a16="http://schemas.microsoft.com/office/drawing/2014/main" id="{698B17CF-1246-CD96-841E-DADD94C50123}"/>
                </a:ext>
              </a:extLst>
            </p:cNvPr>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4" name="Google Shape;4612;p26">
              <a:extLst>
                <a:ext uri="{FF2B5EF4-FFF2-40B4-BE49-F238E27FC236}">
                  <a16:creationId xmlns:a16="http://schemas.microsoft.com/office/drawing/2014/main" id="{FEF2D76B-2432-916B-AF9D-BCB30E83AB92}"/>
                </a:ext>
              </a:extLst>
            </p:cNvPr>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5" name="Google Shape;4613;p26">
              <a:extLst>
                <a:ext uri="{FF2B5EF4-FFF2-40B4-BE49-F238E27FC236}">
                  <a16:creationId xmlns:a16="http://schemas.microsoft.com/office/drawing/2014/main" id="{362A4ADF-0679-0915-A60E-19F270ECBBE7}"/>
                </a:ext>
              </a:extLst>
            </p:cNvPr>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6" name="Google Shape;4614;p26">
              <a:extLst>
                <a:ext uri="{FF2B5EF4-FFF2-40B4-BE49-F238E27FC236}">
                  <a16:creationId xmlns:a16="http://schemas.microsoft.com/office/drawing/2014/main" id="{1C45B98B-4234-8873-2FE0-4641818F70A1}"/>
                </a:ext>
              </a:extLst>
            </p:cNvPr>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7" name="Google Shape;4615;p26">
              <a:extLst>
                <a:ext uri="{FF2B5EF4-FFF2-40B4-BE49-F238E27FC236}">
                  <a16:creationId xmlns:a16="http://schemas.microsoft.com/office/drawing/2014/main" id="{9520B3CB-5BFF-E73F-CF90-D80FEA7E8E98}"/>
                </a:ext>
              </a:extLst>
            </p:cNvPr>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8" name="Google Shape;4616;p26">
              <a:extLst>
                <a:ext uri="{FF2B5EF4-FFF2-40B4-BE49-F238E27FC236}">
                  <a16:creationId xmlns:a16="http://schemas.microsoft.com/office/drawing/2014/main" id="{FD3E50C2-5170-5562-6501-F9970B8590C7}"/>
                </a:ext>
              </a:extLst>
            </p:cNvPr>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9" name="Google Shape;4617;p26">
              <a:extLst>
                <a:ext uri="{FF2B5EF4-FFF2-40B4-BE49-F238E27FC236}">
                  <a16:creationId xmlns:a16="http://schemas.microsoft.com/office/drawing/2014/main" id="{09E99B65-79E8-5F39-9AE8-7510914D3EC0}"/>
                </a:ext>
              </a:extLst>
            </p:cNvPr>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0" name="Google Shape;4618;p26">
              <a:extLst>
                <a:ext uri="{FF2B5EF4-FFF2-40B4-BE49-F238E27FC236}">
                  <a16:creationId xmlns:a16="http://schemas.microsoft.com/office/drawing/2014/main" id="{6C44329C-60CC-B5FD-CE83-5C34BCF3F083}"/>
                </a:ext>
              </a:extLst>
            </p:cNvPr>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1" name="Google Shape;4619;p26">
              <a:extLst>
                <a:ext uri="{FF2B5EF4-FFF2-40B4-BE49-F238E27FC236}">
                  <a16:creationId xmlns:a16="http://schemas.microsoft.com/office/drawing/2014/main" id="{47C1563A-D9CA-9F66-EB4F-702DAB92911B}"/>
                </a:ext>
              </a:extLst>
            </p:cNvPr>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2" name="Google Shape;4620;p26">
              <a:extLst>
                <a:ext uri="{FF2B5EF4-FFF2-40B4-BE49-F238E27FC236}">
                  <a16:creationId xmlns:a16="http://schemas.microsoft.com/office/drawing/2014/main" id="{632CE334-B515-C343-29D3-7016BA6652AF}"/>
                </a:ext>
              </a:extLst>
            </p:cNvPr>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3" name="Google Shape;4621;p26">
              <a:extLst>
                <a:ext uri="{FF2B5EF4-FFF2-40B4-BE49-F238E27FC236}">
                  <a16:creationId xmlns:a16="http://schemas.microsoft.com/office/drawing/2014/main" id="{D903A5F8-B8E3-1E55-43FE-2CF467F642F1}"/>
                </a:ext>
              </a:extLst>
            </p:cNvPr>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4" name="Google Shape;4622;p26">
              <a:extLst>
                <a:ext uri="{FF2B5EF4-FFF2-40B4-BE49-F238E27FC236}">
                  <a16:creationId xmlns:a16="http://schemas.microsoft.com/office/drawing/2014/main" id="{6FB7D0EA-31ED-7446-B42B-F848461E0518}"/>
                </a:ext>
              </a:extLst>
            </p:cNvPr>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5" name="Google Shape;4623;p26">
              <a:extLst>
                <a:ext uri="{FF2B5EF4-FFF2-40B4-BE49-F238E27FC236}">
                  <a16:creationId xmlns:a16="http://schemas.microsoft.com/office/drawing/2014/main" id="{A2D40210-502C-C1DA-AE27-8056731BE739}"/>
                </a:ext>
              </a:extLst>
            </p:cNvPr>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6" name="Google Shape;4624;p26">
              <a:extLst>
                <a:ext uri="{FF2B5EF4-FFF2-40B4-BE49-F238E27FC236}">
                  <a16:creationId xmlns:a16="http://schemas.microsoft.com/office/drawing/2014/main" id="{54CAD93F-E0DB-579F-2832-8974359F1511}"/>
                </a:ext>
              </a:extLst>
            </p:cNvPr>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7" name="Google Shape;4625;p26">
              <a:extLst>
                <a:ext uri="{FF2B5EF4-FFF2-40B4-BE49-F238E27FC236}">
                  <a16:creationId xmlns:a16="http://schemas.microsoft.com/office/drawing/2014/main" id="{7892F784-8301-2B85-FF2A-947291BB553D}"/>
                </a:ext>
              </a:extLst>
            </p:cNvPr>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8" name="Google Shape;4626;p26">
              <a:extLst>
                <a:ext uri="{FF2B5EF4-FFF2-40B4-BE49-F238E27FC236}">
                  <a16:creationId xmlns:a16="http://schemas.microsoft.com/office/drawing/2014/main" id="{7BB19824-C117-E517-0E59-6808DA029C75}"/>
                </a:ext>
              </a:extLst>
            </p:cNvPr>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09" name="Google Shape;4627;p26">
              <a:extLst>
                <a:ext uri="{FF2B5EF4-FFF2-40B4-BE49-F238E27FC236}">
                  <a16:creationId xmlns:a16="http://schemas.microsoft.com/office/drawing/2014/main" id="{3D49A3A9-13AD-AB83-E8D3-A8F217F7C3AF}"/>
                </a:ext>
              </a:extLst>
            </p:cNvPr>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0" name="Google Shape;4628;p26">
              <a:extLst>
                <a:ext uri="{FF2B5EF4-FFF2-40B4-BE49-F238E27FC236}">
                  <a16:creationId xmlns:a16="http://schemas.microsoft.com/office/drawing/2014/main" id="{09AEAC73-9ACF-1015-EAAB-240C3CB81171}"/>
                </a:ext>
              </a:extLst>
            </p:cNvPr>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1" name="Google Shape;4629;p26">
              <a:extLst>
                <a:ext uri="{FF2B5EF4-FFF2-40B4-BE49-F238E27FC236}">
                  <a16:creationId xmlns:a16="http://schemas.microsoft.com/office/drawing/2014/main" id="{B0B3E893-6554-87A4-4A71-32C0F0658DD8}"/>
                </a:ext>
              </a:extLst>
            </p:cNvPr>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2" name="Google Shape;4630;p26">
              <a:extLst>
                <a:ext uri="{FF2B5EF4-FFF2-40B4-BE49-F238E27FC236}">
                  <a16:creationId xmlns:a16="http://schemas.microsoft.com/office/drawing/2014/main" id="{A3F852D8-EE94-321D-EE13-9E06DBCFDAC9}"/>
                </a:ext>
              </a:extLst>
            </p:cNvPr>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3" name="Google Shape;4631;p26">
              <a:extLst>
                <a:ext uri="{FF2B5EF4-FFF2-40B4-BE49-F238E27FC236}">
                  <a16:creationId xmlns:a16="http://schemas.microsoft.com/office/drawing/2014/main" id="{FBE56450-835E-F0FA-AE09-3E8CF8DB3BBC}"/>
                </a:ext>
              </a:extLst>
            </p:cNvPr>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4" name="Google Shape;4632;p26">
              <a:extLst>
                <a:ext uri="{FF2B5EF4-FFF2-40B4-BE49-F238E27FC236}">
                  <a16:creationId xmlns:a16="http://schemas.microsoft.com/office/drawing/2014/main" id="{683E9ED9-0502-D27E-7E5E-FEB80B95AC49}"/>
                </a:ext>
              </a:extLst>
            </p:cNvPr>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5" name="Google Shape;4633;p26">
              <a:extLst>
                <a:ext uri="{FF2B5EF4-FFF2-40B4-BE49-F238E27FC236}">
                  <a16:creationId xmlns:a16="http://schemas.microsoft.com/office/drawing/2014/main" id="{5B413260-DE67-4EE1-E977-CDDAAAFFC811}"/>
                </a:ext>
              </a:extLst>
            </p:cNvPr>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6" name="Google Shape;4634;p26">
              <a:extLst>
                <a:ext uri="{FF2B5EF4-FFF2-40B4-BE49-F238E27FC236}">
                  <a16:creationId xmlns:a16="http://schemas.microsoft.com/office/drawing/2014/main" id="{F6E2D552-E85E-423E-7802-D22F4D3DA1EA}"/>
                </a:ext>
              </a:extLst>
            </p:cNvPr>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7" name="Google Shape;4635;p26">
              <a:extLst>
                <a:ext uri="{FF2B5EF4-FFF2-40B4-BE49-F238E27FC236}">
                  <a16:creationId xmlns:a16="http://schemas.microsoft.com/office/drawing/2014/main" id="{6E3A0AAA-BD63-42F7-A1CE-15F5B0ADFC1A}"/>
                </a:ext>
              </a:extLst>
            </p:cNvPr>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8" name="Google Shape;4636;p26">
              <a:extLst>
                <a:ext uri="{FF2B5EF4-FFF2-40B4-BE49-F238E27FC236}">
                  <a16:creationId xmlns:a16="http://schemas.microsoft.com/office/drawing/2014/main" id="{FE412A41-8DC3-C6A5-F9D9-CF2BADCFC880}"/>
                </a:ext>
              </a:extLst>
            </p:cNvPr>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19" name="Google Shape;4637;p26">
              <a:extLst>
                <a:ext uri="{FF2B5EF4-FFF2-40B4-BE49-F238E27FC236}">
                  <a16:creationId xmlns:a16="http://schemas.microsoft.com/office/drawing/2014/main" id="{9FE9194A-7FE2-16BD-AFD8-6CDEA2CC76A5}"/>
                </a:ext>
              </a:extLst>
            </p:cNvPr>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0" name="Google Shape;4638;p26">
              <a:extLst>
                <a:ext uri="{FF2B5EF4-FFF2-40B4-BE49-F238E27FC236}">
                  <a16:creationId xmlns:a16="http://schemas.microsoft.com/office/drawing/2014/main" id="{A4C9EDC9-0F9F-CD0A-D9A0-C2809064A80D}"/>
                </a:ext>
              </a:extLst>
            </p:cNvPr>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1" name="Google Shape;4639;p26">
              <a:extLst>
                <a:ext uri="{FF2B5EF4-FFF2-40B4-BE49-F238E27FC236}">
                  <a16:creationId xmlns:a16="http://schemas.microsoft.com/office/drawing/2014/main" id="{AB9F7FE5-1A77-A473-97FE-06115F556A60}"/>
                </a:ext>
              </a:extLst>
            </p:cNvPr>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2" name="Google Shape;4640;p26">
              <a:extLst>
                <a:ext uri="{FF2B5EF4-FFF2-40B4-BE49-F238E27FC236}">
                  <a16:creationId xmlns:a16="http://schemas.microsoft.com/office/drawing/2014/main" id="{F5BA08A7-2AEE-3A43-B350-89FCB311D58B}"/>
                </a:ext>
              </a:extLst>
            </p:cNvPr>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3" name="Google Shape;4641;p26">
              <a:extLst>
                <a:ext uri="{FF2B5EF4-FFF2-40B4-BE49-F238E27FC236}">
                  <a16:creationId xmlns:a16="http://schemas.microsoft.com/office/drawing/2014/main" id="{B2FFAAF6-AF41-06C3-8C40-EC47EAE48EAB}"/>
                </a:ext>
              </a:extLst>
            </p:cNvPr>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4" name="Google Shape;4642;p26">
              <a:extLst>
                <a:ext uri="{FF2B5EF4-FFF2-40B4-BE49-F238E27FC236}">
                  <a16:creationId xmlns:a16="http://schemas.microsoft.com/office/drawing/2014/main" id="{A96FD86C-2541-0035-1E4F-98C970496562}"/>
                </a:ext>
              </a:extLst>
            </p:cNvPr>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5" name="Google Shape;4643;p26">
              <a:extLst>
                <a:ext uri="{FF2B5EF4-FFF2-40B4-BE49-F238E27FC236}">
                  <a16:creationId xmlns:a16="http://schemas.microsoft.com/office/drawing/2014/main" id="{73CBDC30-EEAD-D7BF-06F0-7196C7524E9B}"/>
                </a:ext>
              </a:extLst>
            </p:cNvPr>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6" name="Google Shape;4644;p26">
              <a:extLst>
                <a:ext uri="{FF2B5EF4-FFF2-40B4-BE49-F238E27FC236}">
                  <a16:creationId xmlns:a16="http://schemas.microsoft.com/office/drawing/2014/main" id="{C385DEC4-0367-4E25-E039-DBE9D31D06D8}"/>
                </a:ext>
              </a:extLst>
            </p:cNvPr>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7" name="Google Shape;4645;p26">
              <a:extLst>
                <a:ext uri="{FF2B5EF4-FFF2-40B4-BE49-F238E27FC236}">
                  <a16:creationId xmlns:a16="http://schemas.microsoft.com/office/drawing/2014/main" id="{48912D6D-29D5-50A0-A5D5-08808F8E8805}"/>
                </a:ext>
              </a:extLst>
            </p:cNvPr>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8" name="Google Shape;4646;p26">
              <a:extLst>
                <a:ext uri="{FF2B5EF4-FFF2-40B4-BE49-F238E27FC236}">
                  <a16:creationId xmlns:a16="http://schemas.microsoft.com/office/drawing/2014/main" id="{3A765B07-A0DA-0061-8774-D8D17D8BFF9C}"/>
                </a:ext>
              </a:extLst>
            </p:cNvPr>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9" name="Google Shape;4647;p26">
              <a:extLst>
                <a:ext uri="{FF2B5EF4-FFF2-40B4-BE49-F238E27FC236}">
                  <a16:creationId xmlns:a16="http://schemas.microsoft.com/office/drawing/2014/main" id="{111E8E87-3EDE-5212-927C-D9CA8B70F420}"/>
                </a:ext>
              </a:extLst>
            </p:cNvPr>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0" name="Google Shape;4648;p26">
              <a:extLst>
                <a:ext uri="{FF2B5EF4-FFF2-40B4-BE49-F238E27FC236}">
                  <a16:creationId xmlns:a16="http://schemas.microsoft.com/office/drawing/2014/main" id="{6580CE5B-53A0-C279-D4F2-1EC551EB4ED7}"/>
                </a:ext>
              </a:extLst>
            </p:cNvPr>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1" name="Google Shape;4649;p26">
              <a:extLst>
                <a:ext uri="{FF2B5EF4-FFF2-40B4-BE49-F238E27FC236}">
                  <a16:creationId xmlns:a16="http://schemas.microsoft.com/office/drawing/2014/main" id="{60A635A9-EFA4-5E43-4EB5-96203E0E160C}"/>
                </a:ext>
              </a:extLst>
            </p:cNvPr>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2" name="Google Shape;4650;p26">
              <a:extLst>
                <a:ext uri="{FF2B5EF4-FFF2-40B4-BE49-F238E27FC236}">
                  <a16:creationId xmlns:a16="http://schemas.microsoft.com/office/drawing/2014/main" id="{E862DF00-79D2-DB44-CEBF-DFB06D55355D}"/>
                </a:ext>
              </a:extLst>
            </p:cNvPr>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3" name="Google Shape;4651;p26">
              <a:extLst>
                <a:ext uri="{FF2B5EF4-FFF2-40B4-BE49-F238E27FC236}">
                  <a16:creationId xmlns:a16="http://schemas.microsoft.com/office/drawing/2014/main" id="{7AAD2123-6FDF-9E79-0B45-2C5589EBC7C5}"/>
                </a:ext>
              </a:extLst>
            </p:cNvPr>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4" name="Google Shape;4652;p26">
              <a:extLst>
                <a:ext uri="{FF2B5EF4-FFF2-40B4-BE49-F238E27FC236}">
                  <a16:creationId xmlns:a16="http://schemas.microsoft.com/office/drawing/2014/main" id="{13552307-F97A-3C89-4C73-B6247170A0D3}"/>
                </a:ext>
              </a:extLst>
            </p:cNvPr>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5" name="Google Shape;4653;p26">
              <a:extLst>
                <a:ext uri="{FF2B5EF4-FFF2-40B4-BE49-F238E27FC236}">
                  <a16:creationId xmlns:a16="http://schemas.microsoft.com/office/drawing/2014/main" id="{57B0E86D-259D-5263-99A1-1EF9AC82B1CE}"/>
                </a:ext>
              </a:extLst>
            </p:cNvPr>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6" name="Google Shape;4654;p26">
              <a:extLst>
                <a:ext uri="{FF2B5EF4-FFF2-40B4-BE49-F238E27FC236}">
                  <a16:creationId xmlns:a16="http://schemas.microsoft.com/office/drawing/2014/main" id="{A95AF513-C2B5-A1B5-9118-BA86624615F5}"/>
                </a:ext>
              </a:extLst>
            </p:cNvPr>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7" name="Google Shape;4655;p26">
              <a:extLst>
                <a:ext uri="{FF2B5EF4-FFF2-40B4-BE49-F238E27FC236}">
                  <a16:creationId xmlns:a16="http://schemas.microsoft.com/office/drawing/2014/main" id="{6A1A378B-2CD6-CDC2-FB70-DD357BC545B9}"/>
                </a:ext>
              </a:extLst>
            </p:cNvPr>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8" name="Google Shape;4656;p26">
              <a:extLst>
                <a:ext uri="{FF2B5EF4-FFF2-40B4-BE49-F238E27FC236}">
                  <a16:creationId xmlns:a16="http://schemas.microsoft.com/office/drawing/2014/main" id="{2D09E29F-346D-ED13-CC07-8B67D08970DC}"/>
                </a:ext>
              </a:extLst>
            </p:cNvPr>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9" name="Google Shape;4657;p26">
              <a:extLst>
                <a:ext uri="{FF2B5EF4-FFF2-40B4-BE49-F238E27FC236}">
                  <a16:creationId xmlns:a16="http://schemas.microsoft.com/office/drawing/2014/main" id="{73B6CAB5-4B16-D83D-AD15-5371CC5CC323}"/>
                </a:ext>
              </a:extLst>
            </p:cNvPr>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0" name="Google Shape;4658;p26">
              <a:extLst>
                <a:ext uri="{FF2B5EF4-FFF2-40B4-BE49-F238E27FC236}">
                  <a16:creationId xmlns:a16="http://schemas.microsoft.com/office/drawing/2014/main" id="{176C4FF6-BE1C-D023-5F4B-CC8A08740E56}"/>
                </a:ext>
              </a:extLst>
            </p:cNvPr>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1" name="Google Shape;4659;p26">
              <a:extLst>
                <a:ext uri="{FF2B5EF4-FFF2-40B4-BE49-F238E27FC236}">
                  <a16:creationId xmlns:a16="http://schemas.microsoft.com/office/drawing/2014/main" id="{6878F77F-54A3-43B6-B7D0-E6FF9DF44161}"/>
                </a:ext>
              </a:extLst>
            </p:cNvPr>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2" name="Google Shape;4660;p26">
              <a:extLst>
                <a:ext uri="{FF2B5EF4-FFF2-40B4-BE49-F238E27FC236}">
                  <a16:creationId xmlns:a16="http://schemas.microsoft.com/office/drawing/2014/main" id="{7F330601-47FF-F676-4727-0D358375B9FE}"/>
                </a:ext>
              </a:extLst>
            </p:cNvPr>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3" name="Google Shape;4661;p26">
              <a:extLst>
                <a:ext uri="{FF2B5EF4-FFF2-40B4-BE49-F238E27FC236}">
                  <a16:creationId xmlns:a16="http://schemas.microsoft.com/office/drawing/2014/main" id="{11CE83EE-009E-FA6F-9B30-E5E7A5B7A1E3}"/>
                </a:ext>
              </a:extLst>
            </p:cNvPr>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4" name="Google Shape;4662;p26">
              <a:extLst>
                <a:ext uri="{FF2B5EF4-FFF2-40B4-BE49-F238E27FC236}">
                  <a16:creationId xmlns:a16="http://schemas.microsoft.com/office/drawing/2014/main" id="{E733BFC9-D89F-8C82-6D46-BAE6F6443461}"/>
                </a:ext>
              </a:extLst>
            </p:cNvPr>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5" name="Google Shape;4663;p26">
              <a:extLst>
                <a:ext uri="{FF2B5EF4-FFF2-40B4-BE49-F238E27FC236}">
                  <a16:creationId xmlns:a16="http://schemas.microsoft.com/office/drawing/2014/main" id="{F4504B81-8210-5B7A-3A21-39417DD07D4F}"/>
                </a:ext>
              </a:extLst>
            </p:cNvPr>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6" name="Google Shape;4664;p26">
              <a:extLst>
                <a:ext uri="{FF2B5EF4-FFF2-40B4-BE49-F238E27FC236}">
                  <a16:creationId xmlns:a16="http://schemas.microsoft.com/office/drawing/2014/main" id="{52357923-E0EB-4E36-2876-2C0EE281DED4}"/>
                </a:ext>
              </a:extLst>
            </p:cNvPr>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7" name="Google Shape;4665;p26">
              <a:extLst>
                <a:ext uri="{FF2B5EF4-FFF2-40B4-BE49-F238E27FC236}">
                  <a16:creationId xmlns:a16="http://schemas.microsoft.com/office/drawing/2014/main" id="{E27C8856-178E-7829-6041-ED0DBAD15CF7}"/>
                </a:ext>
              </a:extLst>
            </p:cNvPr>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8" name="Google Shape;4666;p26">
              <a:extLst>
                <a:ext uri="{FF2B5EF4-FFF2-40B4-BE49-F238E27FC236}">
                  <a16:creationId xmlns:a16="http://schemas.microsoft.com/office/drawing/2014/main" id="{8BA0D941-A635-C7E1-7FA9-849F0A682E7C}"/>
                </a:ext>
              </a:extLst>
            </p:cNvPr>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9" name="Google Shape;4667;p26">
              <a:extLst>
                <a:ext uri="{FF2B5EF4-FFF2-40B4-BE49-F238E27FC236}">
                  <a16:creationId xmlns:a16="http://schemas.microsoft.com/office/drawing/2014/main" id="{288B3040-B65A-7F78-B7F3-5F1F9A5DFB48}"/>
                </a:ext>
              </a:extLst>
            </p:cNvPr>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0" name="Google Shape;4668;p26">
              <a:extLst>
                <a:ext uri="{FF2B5EF4-FFF2-40B4-BE49-F238E27FC236}">
                  <a16:creationId xmlns:a16="http://schemas.microsoft.com/office/drawing/2014/main" id="{1F3D1D7A-9BD9-D9D3-8823-5E22E8CFE860}"/>
                </a:ext>
              </a:extLst>
            </p:cNvPr>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1" name="Google Shape;4669;p26">
              <a:extLst>
                <a:ext uri="{FF2B5EF4-FFF2-40B4-BE49-F238E27FC236}">
                  <a16:creationId xmlns:a16="http://schemas.microsoft.com/office/drawing/2014/main" id="{8FF6FB87-7275-4FCA-CF46-91DF8065E982}"/>
                </a:ext>
              </a:extLst>
            </p:cNvPr>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2" name="Google Shape;4670;p26">
              <a:extLst>
                <a:ext uri="{FF2B5EF4-FFF2-40B4-BE49-F238E27FC236}">
                  <a16:creationId xmlns:a16="http://schemas.microsoft.com/office/drawing/2014/main" id="{6F509969-C2F1-FB35-38FE-F18C985B1CE4}"/>
                </a:ext>
              </a:extLst>
            </p:cNvPr>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3" name="Google Shape;4671;p26">
              <a:extLst>
                <a:ext uri="{FF2B5EF4-FFF2-40B4-BE49-F238E27FC236}">
                  <a16:creationId xmlns:a16="http://schemas.microsoft.com/office/drawing/2014/main" id="{A507BE4E-D7FB-E722-340B-24D2FC90E06F}"/>
                </a:ext>
              </a:extLst>
            </p:cNvPr>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4" name="Google Shape;4672;p26">
              <a:extLst>
                <a:ext uri="{FF2B5EF4-FFF2-40B4-BE49-F238E27FC236}">
                  <a16:creationId xmlns:a16="http://schemas.microsoft.com/office/drawing/2014/main" id="{5E590613-339E-F413-7B09-DF8D23ECB8C5}"/>
                </a:ext>
              </a:extLst>
            </p:cNvPr>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5" name="Google Shape;4673;p26">
              <a:extLst>
                <a:ext uri="{FF2B5EF4-FFF2-40B4-BE49-F238E27FC236}">
                  <a16:creationId xmlns:a16="http://schemas.microsoft.com/office/drawing/2014/main" id="{1D84B611-976D-542F-F7F6-AE4660248CC9}"/>
                </a:ext>
              </a:extLst>
            </p:cNvPr>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6" name="Google Shape;4674;p26">
              <a:extLst>
                <a:ext uri="{FF2B5EF4-FFF2-40B4-BE49-F238E27FC236}">
                  <a16:creationId xmlns:a16="http://schemas.microsoft.com/office/drawing/2014/main" id="{7402D438-5B88-E9A8-1041-BB39F5899460}"/>
                </a:ext>
              </a:extLst>
            </p:cNvPr>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7" name="Google Shape;4675;p26">
              <a:extLst>
                <a:ext uri="{FF2B5EF4-FFF2-40B4-BE49-F238E27FC236}">
                  <a16:creationId xmlns:a16="http://schemas.microsoft.com/office/drawing/2014/main" id="{3F5EE2E7-2275-205B-7FEB-D923F95377E9}"/>
                </a:ext>
              </a:extLst>
            </p:cNvPr>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8" name="Google Shape;4676;p26">
              <a:extLst>
                <a:ext uri="{FF2B5EF4-FFF2-40B4-BE49-F238E27FC236}">
                  <a16:creationId xmlns:a16="http://schemas.microsoft.com/office/drawing/2014/main" id="{320B473E-F631-2628-9E08-6247BE8B01EA}"/>
                </a:ext>
              </a:extLst>
            </p:cNvPr>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9" name="Google Shape;4677;p26">
              <a:extLst>
                <a:ext uri="{FF2B5EF4-FFF2-40B4-BE49-F238E27FC236}">
                  <a16:creationId xmlns:a16="http://schemas.microsoft.com/office/drawing/2014/main" id="{76348345-35F4-6DBD-0E96-6E6FFF894498}"/>
                </a:ext>
              </a:extLst>
            </p:cNvPr>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0" name="Google Shape;4678;p26">
              <a:extLst>
                <a:ext uri="{FF2B5EF4-FFF2-40B4-BE49-F238E27FC236}">
                  <a16:creationId xmlns:a16="http://schemas.microsoft.com/office/drawing/2014/main" id="{493D0EE0-62DE-F407-9D29-8434BDAD7924}"/>
                </a:ext>
              </a:extLst>
            </p:cNvPr>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1" name="Google Shape;4679;p26">
              <a:extLst>
                <a:ext uri="{FF2B5EF4-FFF2-40B4-BE49-F238E27FC236}">
                  <a16:creationId xmlns:a16="http://schemas.microsoft.com/office/drawing/2014/main" id="{535E40CE-782C-430A-71A7-F0924953C75F}"/>
                </a:ext>
              </a:extLst>
            </p:cNvPr>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2" name="Google Shape;4680;p26">
              <a:extLst>
                <a:ext uri="{FF2B5EF4-FFF2-40B4-BE49-F238E27FC236}">
                  <a16:creationId xmlns:a16="http://schemas.microsoft.com/office/drawing/2014/main" id="{95C6D1E9-8C22-82BF-6E99-F065CD0DF7A8}"/>
                </a:ext>
              </a:extLst>
            </p:cNvPr>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3" name="Google Shape;4681;p26">
              <a:extLst>
                <a:ext uri="{FF2B5EF4-FFF2-40B4-BE49-F238E27FC236}">
                  <a16:creationId xmlns:a16="http://schemas.microsoft.com/office/drawing/2014/main" id="{890A2619-7EB2-C1BC-DB79-2D81A995E94D}"/>
                </a:ext>
              </a:extLst>
            </p:cNvPr>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4" name="Google Shape;4682;p26">
              <a:extLst>
                <a:ext uri="{FF2B5EF4-FFF2-40B4-BE49-F238E27FC236}">
                  <a16:creationId xmlns:a16="http://schemas.microsoft.com/office/drawing/2014/main" id="{BF5D3A1B-466D-85FB-03FA-2A9CEFA736C3}"/>
                </a:ext>
              </a:extLst>
            </p:cNvPr>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5" name="Google Shape;4683;p26">
              <a:extLst>
                <a:ext uri="{FF2B5EF4-FFF2-40B4-BE49-F238E27FC236}">
                  <a16:creationId xmlns:a16="http://schemas.microsoft.com/office/drawing/2014/main" id="{75E0B012-7DDF-71B2-5E12-109FCADFEA17}"/>
                </a:ext>
              </a:extLst>
            </p:cNvPr>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6" name="Google Shape;4684;p26">
              <a:extLst>
                <a:ext uri="{FF2B5EF4-FFF2-40B4-BE49-F238E27FC236}">
                  <a16:creationId xmlns:a16="http://schemas.microsoft.com/office/drawing/2014/main" id="{77152226-A64A-1A51-C85D-904E694FCFF6}"/>
                </a:ext>
              </a:extLst>
            </p:cNvPr>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7" name="Google Shape;4685;p26">
              <a:extLst>
                <a:ext uri="{FF2B5EF4-FFF2-40B4-BE49-F238E27FC236}">
                  <a16:creationId xmlns:a16="http://schemas.microsoft.com/office/drawing/2014/main" id="{7B832EF3-000B-6E54-7258-F1BE6083857C}"/>
                </a:ext>
              </a:extLst>
            </p:cNvPr>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8" name="Google Shape;4686;p26">
              <a:extLst>
                <a:ext uri="{FF2B5EF4-FFF2-40B4-BE49-F238E27FC236}">
                  <a16:creationId xmlns:a16="http://schemas.microsoft.com/office/drawing/2014/main" id="{3A077233-535E-0860-27E8-916A7065FDEA}"/>
                </a:ext>
              </a:extLst>
            </p:cNvPr>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69" name="Google Shape;4687;p26">
              <a:extLst>
                <a:ext uri="{FF2B5EF4-FFF2-40B4-BE49-F238E27FC236}">
                  <a16:creationId xmlns:a16="http://schemas.microsoft.com/office/drawing/2014/main" id="{58C663C9-252F-7727-5646-FB40E8B3D373}"/>
                </a:ext>
              </a:extLst>
            </p:cNvPr>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0" name="Google Shape;4688;p26">
              <a:extLst>
                <a:ext uri="{FF2B5EF4-FFF2-40B4-BE49-F238E27FC236}">
                  <a16:creationId xmlns:a16="http://schemas.microsoft.com/office/drawing/2014/main" id="{72B9C16B-523E-953E-3896-2955D4DDAF3D}"/>
                </a:ext>
              </a:extLst>
            </p:cNvPr>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1" name="Google Shape;4689;p26">
              <a:extLst>
                <a:ext uri="{FF2B5EF4-FFF2-40B4-BE49-F238E27FC236}">
                  <a16:creationId xmlns:a16="http://schemas.microsoft.com/office/drawing/2014/main" id="{C2C9FE54-07A7-FF7F-B7FF-5E0C2DD0C0C0}"/>
                </a:ext>
              </a:extLst>
            </p:cNvPr>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2" name="Google Shape;4690;p26">
              <a:extLst>
                <a:ext uri="{FF2B5EF4-FFF2-40B4-BE49-F238E27FC236}">
                  <a16:creationId xmlns:a16="http://schemas.microsoft.com/office/drawing/2014/main" id="{7547F9AE-BFA3-BE43-EDA1-A7680EC0DCAA}"/>
                </a:ext>
              </a:extLst>
            </p:cNvPr>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3" name="Google Shape;4691;p26">
              <a:extLst>
                <a:ext uri="{FF2B5EF4-FFF2-40B4-BE49-F238E27FC236}">
                  <a16:creationId xmlns:a16="http://schemas.microsoft.com/office/drawing/2014/main" id="{ECCC12B1-45BC-2C27-FCDF-444598CC36D8}"/>
                </a:ext>
              </a:extLst>
            </p:cNvPr>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4" name="Google Shape;4692;p26">
              <a:extLst>
                <a:ext uri="{FF2B5EF4-FFF2-40B4-BE49-F238E27FC236}">
                  <a16:creationId xmlns:a16="http://schemas.microsoft.com/office/drawing/2014/main" id="{100A1868-A9F8-8BB8-6161-E214C985AA03}"/>
                </a:ext>
              </a:extLst>
            </p:cNvPr>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5" name="Google Shape;4693;p26">
              <a:extLst>
                <a:ext uri="{FF2B5EF4-FFF2-40B4-BE49-F238E27FC236}">
                  <a16:creationId xmlns:a16="http://schemas.microsoft.com/office/drawing/2014/main" id="{939443F4-7B6D-70C2-A3AC-8AB870DCEDBF}"/>
                </a:ext>
              </a:extLst>
            </p:cNvPr>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6" name="Google Shape;4694;p26">
              <a:extLst>
                <a:ext uri="{FF2B5EF4-FFF2-40B4-BE49-F238E27FC236}">
                  <a16:creationId xmlns:a16="http://schemas.microsoft.com/office/drawing/2014/main" id="{9DCBCCC2-B15E-D405-6D50-3DDDD1C74412}"/>
                </a:ext>
              </a:extLst>
            </p:cNvPr>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7" name="Google Shape;4695;p26">
              <a:extLst>
                <a:ext uri="{FF2B5EF4-FFF2-40B4-BE49-F238E27FC236}">
                  <a16:creationId xmlns:a16="http://schemas.microsoft.com/office/drawing/2014/main" id="{00DC3C20-6BCA-7375-4366-E1A2ED3D46D7}"/>
                </a:ext>
              </a:extLst>
            </p:cNvPr>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8" name="Google Shape;4696;p26">
              <a:extLst>
                <a:ext uri="{FF2B5EF4-FFF2-40B4-BE49-F238E27FC236}">
                  <a16:creationId xmlns:a16="http://schemas.microsoft.com/office/drawing/2014/main" id="{8655EC58-868A-E900-041C-8FECA71FDF95}"/>
                </a:ext>
              </a:extLst>
            </p:cNvPr>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79" name="Google Shape;4697;p26">
              <a:extLst>
                <a:ext uri="{FF2B5EF4-FFF2-40B4-BE49-F238E27FC236}">
                  <a16:creationId xmlns:a16="http://schemas.microsoft.com/office/drawing/2014/main" id="{5F56DAA4-F6CC-F02F-FDE4-F6779D0E2B1A}"/>
                </a:ext>
              </a:extLst>
            </p:cNvPr>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0" name="Google Shape;4698;p26">
              <a:extLst>
                <a:ext uri="{FF2B5EF4-FFF2-40B4-BE49-F238E27FC236}">
                  <a16:creationId xmlns:a16="http://schemas.microsoft.com/office/drawing/2014/main" id="{81D39AED-584E-3DB1-987C-8FF5C8CD704D}"/>
                </a:ext>
              </a:extLst>
            </p:cNvPr>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1" name="Google Shape;4699;p26">
              <a:extLst>
                <a:ext uri="{FF2B5EF4-FFF2-40B4-BE49-F238E27FC236}">
                  <a16:creationId xmlns:a16="http://schemas.microsoft.com/office/drawing/2014/main" id="{765AC496-86BC-5CB1-393D-30BD8E4F74DB}"/>
                </a:ext>
              </a:extLst>
            </p:cNvPr>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2" name="Google Shape;4700;p26">
              <a:extLst>
                <a:ext uri="{FF2B5EF4-FFF2-40B4-BE49-F238E27FC236}">
                  <a16:creationId xmlns:a16="http://schemas.microsoft.com/office/drawing/2014/main" id="{C60FF3CB-5BC4-A2A3-88BF-906B3EF0064D}"/>
                </a:ext>
              </a:extLst>
            </p:cNvPr>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3" name="Google Shape;4701;p26">
              <a:extLst>
                <a:ext uri="{FF2B5EF4-FFF2-40B4-BE49-F238E27FC236}">
                  <a16:creationId xmlns:a16="http://schemas.microsoft.com/office/drawing/2014/main" id="{8A680E2C-D274-1EDE-0EBE-29BA701AB777}"/>
                </a:ext>
              </a:extLst>
            </p:cNvPr>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4" name="Google Shape;4702;p26">
              <a:extLst>
                <a:ext uri="{FF2B5EF4-FFF2-40B4-BE49-F238E27FC236}">
                  <a16:creationId xmlns:a16="http://schemas.microsoft.com/office/drawing/2014/main" id="{3EEFBA01-B4E1-102F-3A90-D3CBC032879E}"/>
                </a:ext>
              </a:extLst>
            </p:cNvPr>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5" name="Google Shape;4703;p26">
              <a:extLst>
                <a:ext uri="{FF2B5EF4-FFF2-40B4-BE49-F238E27FC236}">
                  <a16:creationId xmlns:a16="http://schemas.microsoft.com/office/drawing/2014/main" id="{8959988C-CD1A-D413-1CEA-B4262DEA6718}"/>
                </a:ext>
              </a:extLst>
            </p:cNvPr>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6" name="Google Shape;4704;p26">
              <a:extLst>
                <a:ext uri="{FF2B5EF4-FFF2-40B4-BE49-F238E27FC236}">
                  <a16:creationId xmlns:a16="http://schemas.microsoft.com/office/drawing/2014/main" id="{9924ABF4-1550-70D5-E526-653BF10A22B6}"/>
                </a:ext>
              </a:extLst>
            </p:cNvPr>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7" name="Google Shape;4705;p26">
              <a:extLst>
                <a:ext uri="{FF2B5EF4-FFF2-40B4-BE49-F238E27FC236}">
                  <a16:creationId xmlns:a16="http://schemas.microsoft.com/office/drawing/2014/main" id="{BED5C032-9406-BAD3-C37E-6431756E5A1C}"/>
                </a:ext>
              </a:extLst>
            </p:cNvPr>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8" name="Google Shape;4706;p26">
              <a:extLst>
                <a:ext uri="{FF2B5EF4-FFF2-40B4-BE49-F238E27FC236}">
                  <a16:creationId xmlns:a16="http://schemas.microsoft.com/office/drawing/2014/main" id="{87E3DB2E-6DFA-46F2-6F2D-A9094E7A9722}"/>
                </a:ext>
              </a:extLst>
            </p:cNvPr>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89" name="Google Shape;4707;p26">
              <a:extLst>
                <a:ext uri="{FF2B5EF4-FFF2-40B4-BE49-F238E27FC236}">
                  <a16:creationId xmlns:a16="http://schemas.microsoft.com/office/drawing/2014/main" id="{E9203B5D-82C4-B814-B11B-FE5345E29B8B}"/>
                </a:ext>
              </a:extLst>
            </p:cNvPr>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0" name="Google Shape;4708;p26">
              <a:extLst>
                <a:ext uri="{FF2B5EF4-FFF2-40B4-BE49-F238E27FC236}">
                  <a16:creationId xmlns:a16="http://schemas.microsoft.com/office/drawing/2014/main" id="{83BA011D-4FEA-5DFA-0693-CA6D42F99CB5}"/>
                </a:ext>
              </a:extLst>
            </p:cNvPr>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1" name="Google Shape;4709;p26">
              <a:extLst>
                <a:ext uri="{FF2B5EF4-FFF2-40B4-BE49-F238E27FC236}">
                  <a16:creationId xmlns:a16="http://schemas.microsoft.com/office/drawing/2014/main" id="{2FB25D3F-E45B-6239-3B3B-CFECE14D9618}"/>
                </a:ext>
              </a:extLst>
            </p:cNvPr>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2" name="Google Shape;4710;p26">
              <a:extLst>
                <a:ext uri="{FF2B5EF4-FFF2-40B4-BE49-F238E27FC236}">
                  <a16:creationId xmlns:a16="http://schemas.microsoft.com/office/drawing/2014/main" id="{771AA469-DC7A-F93D-FFA0-7F1B1554CDF0}"/>
                </a:ext>
              </a:extLst>
            </p:cNvPr>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3" name="Google Shape;4711;p26">
              <a:extLst>
                <a:ext uri="{FF2B5EF4-FFF2-40B4-BE49-F238E27FC236}">
                  <a16:creationId xmlns:a16="http://schemas.microsoft.com/office/drawing/2014/main" id="{79F2D68F-4A03-4E91-9C02-7A6930D1DAFD}"/>
                </a:ext>
              </a:extLst>
            </p:cNvPr>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4" name="Google Shape;4712;p26">
              <a:extLst>
                <a:ext uri="{FF2B5EF4-FFF2-40B4-BE49-F238E27FC236}">
                  <a16:creationId xmlns:a16="http://schemas.microsoft.com/office/drawing/2014/main" id="{7C0F9A58-5E0A-70E4-943D-6E6AB8B2C2B3}"/>
                </a:ext>
              </a:extLst>
            </p:cNvPr>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5" name="Google Shape;4713;p26">
              <a:extLst>
                <a:ext uri="{FF2B5EF4-FFF2-40B4-BE49-F238E27FC236}">
                  <a16:creationId xmlns:a16="http://schemas.microsoft.com/office/drawing/2014/main" id="{FF70A600-8887-877D-4F0B-C85D57A34615}"/>
                </a:ext>
              </a:extLst>
            </p:cNvPr>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6" name="Google Shape;4714;p26">
              <a:extLst>
                <a:ext uri="{FF2B5EF4-FFF2-40B4-BE49-F238E27FC236}">
                  <a16:creationId xmlns:a16="http://schemas.microsoft.com/office/drawing/2014/main" id="{B102AA28-6987-5CA3-E1E0-BE5516EEF58E}"/>
                </a:ext>
              </a:extLst>
            </p:cNvPr>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7" name="Google Shape;4715;p26">
              <a:extLst>
                <a:ext uri="{FF2B5EF4-FFF2-40B4-BE49-F238E27FC236}">
                  <a16:creationId xmlns:a16="http://schemas.microsoft.com/office/drawing/2014/main" id="{F43761DF-96AF-7A4A-603D-81560D94E9CC}"/>
                </a:ext>
              </a:extLst>
            </p:cNvPr>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8" name="Google Shape;4716;p26">
              <a:extLst>
                <a:ext uri="{FF2B5EF4-FFF2-40B4-BE49-F238E27FC236}">
                  <a16:creationId xmlns:a16="http://schemas.microsoft.com/office/drawing/2014/main" id="{BA341B2E-CBE0-7463-6D33-978875C71E3E}"/>
                </a:ext>
              </a:extLst>
            </p:cNvPr>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99" name="Google Shape;4717;p26">
              <a:extLst>
                <a:ext uri="{FF2B5EF4-FFF2-40B4-BE49-F238E27FC236}">
                  <a16:creationId xmlns:a16="http://schemas.microsoft.com/office/drawing/2014/main" id="{3CE03413-72F6-8F9D-3764-042DC8C2E73F}"/>
                </a:ext>
              </a:extLst>
            </p:cNvPr>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0" name="Google Shape;4718;p26">
              <a:extLst>
                <a:ext uri="{FF2B5EF4-FFF2-40B4-BE49-F238E27FC236}">
                  <a16:creationId xmlns:a16="http://schemas.microsoft.com/office/drawing/2014/main" id="{8DDC3BB7-3757-05E4-EA66-A8E743E036FB}"/>
                </a:ext>
              </a:extLst>
            </p:cNvPr>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1" name="Google Shape;4719;p26">
              <a:extLst>
                <a:ext uri="{FF2B5EF4-FFF2-40B4-BE49-F238E27FC236}">
                  <a16:creationId xmlns:a16="http://schemas.microsoft.com/office/drawing/2014/main" id="{5F6F705C-097C-CC62-C1DC-4DFD93A010E0}"/>
                </a:ext>
              </a:extLst>
            </p:cNvPr>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2" name="Google Shape;4720;p26">
              <a:extLst>
                <a:ext uri="{FF2B5EF4-FFF2-40B4-BE49-F238E27FC236}">
                  <a16:creationId xmlns:a16="http://schemas.microsoft.com/office/drawing/2014/main" id="{CD7C4925-2FDE-AEDB-C1B0-5F64518D33E2}"/>
                </a:ext>
              </a:extLst>
            </p:cNvPr>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3" name="Google Shape;4721;p26">
              <a:extLst>
                <a:ext uri="{FF2B5EF4-FFF2-40B4-BE49-F238E27FC236}">
                  <a16:creationId xmlns:a16="http://schemas.microsoft.com/office/drawing/2014/main" id="{FE102D1A-6634-46A2-B8A6-99BE5CEC74C3}"/>
                </a:ext>
              </a:extLst>
            </p:cNvPr>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4" name="Google Shape;4722;p26">
              <a:extLst>
                <a:ext uri="{FF2B5EF4-FFF2-40B4-BE49-F238E27FC236}">
                  <a16:creationId xmlns:a16="http://schemas.microsoft.com/office/drawing/2014/main" id="{9CC63E91-38D9-F350-EE2E-FFE0F14F7163}"/>
                </a:ext>
              </a:extLst>
            </p:cNvPr>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5" name="Google Shape;4723;p26">
              <a:extLst>
                <a:ext uri="{FF2B5EF4-FFF2-40B4-BE49-F238E27FC236}">
                  <a16:creationId xmlns:a16="http://schemas.microsoft.com/office/drawing/2014/main" id="{35B1B6D2-514D-7AC1-2070-BA136B616E47}"/>
                </a:ext>
              </a:extLst>
            </p:cNvPr>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6" name="Google Shape;4724;p26">
              <a:extLst>
                <a:ext uri="{FF2B5EF4-FFF2-40B4-BE49-F238E27FC236}">
                  <a16:creationId xmlns:a16="http://schemas.microsoft.com/office/drawing/2014/main" id="{349CB2B1-BC9D-36BD-AF21-64ED81F4D9AD}"/>
                </a:ext>
              </a:extLst>
            </p:cNvPr>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7" name="Google Shape;4725;p26">
              <a:extLst>
                <a:ext uri="{FF2B5EF4-FFF2-40B4-BE49-F238E27FC236}">
                  <a16:creationId xmlns:a16="http://schemas.microsoft.com/office/drawing/2014/main" id="{E3E014E1-22AF-0196-272A-1E0E34619DDF}"/>
                </a:ext>
              </a:extLst>
            </p:cNvPr>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8" name="Google Shape;4726;p26">
              <a:extLst>
                <a:ext uri="{FF2B5EF4-FFF2-40B4-BE49-F238E27FC236}">
                  <a16:creationId xmlns:a16="http://schemas.microsoft.com/office/drawing/2014/main" id="{753B6B60-8E30-C301-1BBD-FE3E1C862B55}"/>
                </a:ext>
              </a:extLst>
            </p:cNvPr>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09" name="Google Shape;4727;p26">
              <a:extLst>
                <a:ext uri="{FF2B5EF4-FFF2-40B4-BE49-F238E27FC236}">
                  <a16:creationId xmlns:a16="http://schemas.microsoft.com/office/drawing/2014/main" id="{23C53276-BCB7-A8CA-B7C0-B6D9C5046CEB}"/>
                </a:ext>
              </a:extLst>
            </p:cNvPr>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0" name="Google Shape;4728;p26">
              <a:extLst>
                <a:ext uri="{FF2B5EF4-FFF2-40B4-BE49-F238E27FC236}">
                  <a16:creationId xmlns:a16="http://schemas.microsoft.com/office/drawing/2014/main" id="{485B9AE9-43DB-CA3E-79EF-670FC52D4971}"/>
                </a:ext>
              </a:extLst>
            </p:cNvPr>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1" name="Google Shape;4729;p26">
              <a:extLst>
                <a:ext uri="{FF2B5EF4-FFF2-40B4-BE49-F238E27FC236}">
                  <a16:creationId xmlns:a16="http://schemas.microsoft.com/office/drawing/2014/main" id="{AA3780D6-5190-5EF1-1E3A-25080711F523}"/>
                </a:ext>
              </a:extLst>
            </p:cNvPr>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2" name="Google Shape;4730;p26">
              <a:extLst>
                <a:ext uri="{FF2B5EF4-FFF2-40B4-BE49-F238E27FC236}">
                  <a16:creationId xmlns:a16="http://schemas.microsoft.com/office/drawing/2014/main" id="{6DD97C44-CE0D-4F0D-B524-209C4201ADFE}"/>
                </a:ext>
              </a:extLst>
            </p:cNvPr>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3" name="Google Shape;4731;p26">
              <a:extLst>
                <a:ext uri="{FF2B5EF4-FFF2-40B4-BE49-F238E27FC236}">
                  <a16:creationId xmlns:a16="http://schemas.microsoft.com/office/drawing/2014/main" id="{A79FD81B-07E3-6A69-EA17-D0CCC9F8C65C}"/>
                </a:ext>
              </a:extLst>
            </p:cNvPr>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4" name="Google Shape;4732;p26">
              <a:extLst>
                <a:ext uri="{FF2B5EF4-FFF2-40B4-BE49-F238E27FC236}">
                  <a16:creationId xmlns:a16="http://schemas.microsoft.com/office/drawing/2014/main" id="{782B1BB6-2F52-230D-CB17-D262BAE45F58}"/>
                </a:ext>
              </a:extLst>
            </p:cNvPr>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5" name="Google Shape;4733;p26">
              <a:extLst>
                <a:ext uri="{FF2B5EF4-FFF2-40B4-BE49-F238E27FC236}">
                  <a16:creationId xmlns:a16="http://schemas.microsoft.com/office/drawing/2014/main" id="{EEBA2F78-8C60-8824-7437-5E8F65DAEFFD}"/>
                </a:ext>
              </a:extLst>
            </p:cNvPr>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6" name="Google Shape;4734;p26">
              <a:extLst>
                <a:ext uri="{FF2B5EF4-FFF2-40B4-BE49-F238E27FC236}">
                  <a16:creationId xmlns:a16="http://schemas.microsoft.com/office/drawing/2014/main" id="{3EB57B46-E470-14A5-2EBA-6921047F925F}"/>
                </a:ext>
              </a:extLst>
            </p:cNvPr>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7" name="Google Shape;4735;p26">
              <a:extLst>
                <a:ext uri="{FF2B5EF4-FFF2-40B4-BE49-F238E27FC236}">
                  <a16:creationId xmlns:a16="http://schemas.microsoft.com/office/drawing/2014/main" id="{D2545E78-7D35-F96C-A2C1-6CF180545C6B}"/>
                </a:ext>
              </a:extLst>
            </p:cNvPr>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8" name="Google Shape;4736;p26">
              <a:extLst>
                <a:ext uri="{FF2B5EF4-FFF2-40B4-BE49-F238E27FC236}">
                  <a16:creationId xmlns:a16="http://schemas.microsoft.com/office/drawing/2014/main" id="{BE8A219B-DCC1-0B00-7D91-0F5FE0BAB17B}"/>
                </a:ext>
              </a:extLst>
            </p:cNvPr>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19" name="Google Shape;4737;p26">
              <a:extLst>
                <a:ext uri="{FF2B5EF4-FFF2-40B4-BE49-F238E27FC236}">
                  <a16:creationId xmlns:a16="http://schemas.microsoft.com/office/drawing/2014/main" id="{2ACC5403-C071-876B-84D7-35849035D8CC}"/>
                </a:ext>
              </a:extLst>
            </p:cNvPr>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0" name="Google Shape;4738;p26">
              <a:extLst>
                <a:ext uri="{FF2B5EF4-FFF2-40B4-BE49-F238E27FC236}">
                  <a16:creationId xmlns:a16="http://schemas.microsoft.com/office/drawing/2014/main" id="{F0788597-4F90-D18C-58B1-90D1335705D6}"/>
                </a:ext>
              </a:extLst>
            </p:cNvPr>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1" name="Google Shape;4739;p26">
              <a:extLst>
                <a:ext uri="{FF2B5EF4-FFF2-40B4-BE49-F238E27FC236}">
                  <a16:creationId xmlns:a16="http://schemas.microsoft.com/office/drawing/2014/main" id="{8DAD6580-5486-8A30-12E5-C4F5BE845C4E}"/>
                </a:ext>
              </a:extLst>
            </p:cNvPr>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2" name="Google Shape;4740;p26">
              <a:extLst>
                <a:ext uri="{FF2B5EF4-FFF2-40B4-BE49-F238E27FC236}">
                  <a16:creationId xmlns:a16="http://schemas.microsoft.com/office/drawing/2014/main" id="{6DFCC913-27CB-EAC0-7E94-EBD4EFDC3DB2}"/>
                </a:ext>
              </a:extLst>
            </p:cNvPr>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3" name="Google Shape;4741;p26">
              <a:extLst>
                <a:ext uri="{FF2B5EF4-FFF2-40B4-BE49-F238E27FC236}">
                  <a16:creationId xmlns:a16="http://schemas.microsoft.com/office/drawing/2014/main" id="{ADD3147A-FBCD-048E-2256-0D895763EF0D}"/>
                </a:ext>
              </a:extLst>
            </p:cNvPr>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4" name="Google Shape;4742;p26">
              <a:extLst>
                <a:ext uri="{FF2B5EF4-FFF2-40B4-BE49-F238E27FC236}">
                  <a16:creationId xmlns:a16="http://schemas.microsoft.com/office/drawing/2014/main" id="{71CDEA70-AEAE-1D67-84CA-1B948ADC83C4}"/>
                </a:ext>
              </a:extLst>
            </p:cNvPr>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5" name="Google Shape;4743;p26">
              <a:extLst>
                <a:ext uri="{FF2B5EF4-FFF2-40B4-BE49-F238E27FC236}">
                  <a16:creationId xmlns:a16="http://schemas.microsoft.com/office/drawing/2014/main" id="{6A50FF89-C941-6101-EEC0-64E6FE65B6E1}"/>
                </a:ext>
              </a:extLst>
            </p:cNvPr>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6" name="Google Shape;4744;p26">
              <a:extLst>
                <a:ext uri="{FF2B5EF4-FFF2-40B4-BE49-F238E27FC236}">
                  <a16:creationId xmlns:a16="http://schemas.microsoft.com/office/drawing/2014/main" id="{440D20BE-CE81-57F2-8733-7A70958C50D8}"/>
                </a:ext>
              </a:extLst>
            </p:cNvPr>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7" name="Google Shape;4745;p26">
              <a:extLst>
                <a:ext uri="{FF2B5EF4-FFF2-40B4-BE49-F238E27FC236}">
                  <a16:creationId xmlns:a16="http://schemas.microsoft.com/office/drawing/2014/main" id="{37835BCD-59D2-2458-3E18-84DEF7FD5850}"/>
                </a:ext>
              </a:extLst>
            </p:cNvPr>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8" name="Google Shape;4746;p26">
              <a:extLst>
                <a:ext uri="{FF2B5EF4-FFF2-40B4-BE49-F238E27FC236}">
                  <a16:creationId xmlns:a16="http://schemas.microsoft.com/office/drawing/2014/main" id="{A9E72BDD-7B42-894F-5018-4DEE9430187A}"/>
                </a:ext>
              </a:extLst>
            </p:cNvPr>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29" name="Google Shape;4747;p26">
              <a:extLst>
                <a:ext uri="{FF2B5EF4-FFF2-40B4-BE49-F238E27FC236}">
                  <a16:creationId xmlns:a16="http://schemas.microsoft.com/office/drawing/2014/main" id="{D7EA7D1B-D697-6092-B090-858BD8DE9C5F}"/>
                </a:ext>
              </a:extLst>
            </p:cNvPr>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0" name="Google Shape;4748;p26">
              <a:extLst>
                <a:ext uri="{FF2B5EF4-FFF2-40B4-BE49-F238E27FC236}">
                  <a16:creationId xmlns:a16="http://schemas.microsoft.com/office/drawing/2014/main" id="{468DDBA1-4699-5464-32D7-FF048859C14A}"/>
                </a:ext>
              </a:extLst>
            </p:cNvPr>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1" name="Google Shape;4749;p26">
              <a:extLst>
                <a:ext uri="{FF2B5EF4-FFF2-40B4-BE49-F238E27FC236}">
                  <a16:creationId xmlns:a16="http://schemas.microsoft.com/office/drawing/2014/main" id="{9E82E587-0550-77F1-6F43-1517F3AA0E6C}"/>
                </a:ext>
              </a:extLst>
            </p:cNvPr>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2" name="Google Shape;4750;p26">
              <a:extLst>
                <a:ext uri="{FF2B5EF4-FFF2-40B4-BE49-F238E27FC236}">
                  <a16:creationId xmlns:a16="http://schemas.microsoft.com/office/drawing/2014/main" id="{D187A823-880C-0796-CB22-640522C7F9F4}"/>
                </a:ext>
              </a:extLst>
            </p:cNvPr>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3" name="Google Shape;4751;p26">
              <a:extLst>
                <a:ext uri="{FF2B5EF4-FFF2-40B4-BE49-F238E27FC236}">
                  <a16:creationId xmlns:a16="http://schemas.microsoft.com/office/drawing/2014/main" id="{4FE5C5B8-5CCB-ECB6-D438-2898C1B19945}"/>
                </a:ext>
              </a:extLst>
            </p:cNvPr>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4" name="Google Shape;4752;p26">
              <a:extLst>
                <a:ext uri="{FF2B5EF4-FFF2-40B4-BE49-F238E27FC236}">
                  <a16:creationId xmlns:a16="http://schemas.microsoft.com/office/drawing/2014/main" id="{8B852FDC-5F64-7383-37A7-AC4CBC039C88}"/>
                </a:ext>
              </a:extLst>
            </p:cNvPr>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5" name="Google Shape;4753;p26">
              <a:extLst>
                <a:ext uri="{FF2B5EF4-FFF2-40B4-BE49-F238E27FC236}">
                  <a16:creationId xmlns:a16="http://schemas.microsoft.com/office/drawing/2014/main" id="{28CC157D-7814-DFF6-77E3-4A9D148102C2}"/>
                </a:ext>
              </a:extLst>
            </p:cNvPr>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6" name="Google Shape;4754;p26">
              <a:extLst>
                <a:ext uri="{FF2B5EF4-FFF2-40B4-BE49-F238E27FC236}">
                  <a16:creationId xmlns:a16="http://schemas.microsoft.com/office/drawing/2014/main" id="{1BAB9410-B806-BAB5-D150-7B717762A4F1}"/>
                </a:ext>
              </a:extLst>
            </p:cNvPr>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7" name="Google Shape;4755;p26">
              <a:extLst>
                <a:ext uri="{FF2B5EF4-FFF2-40B4-BE49-F238E27FC236}">
                  <a16:creationId xmlns:a16="http://schemas.microsoft.com/office/drawing/2014/main" id="{392812C1-1461-1F97-2D8B-C02D2E1A7099}"/>
                </a:ext>
              </a:extLst>
            </p:cNvPr>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8" name="Google Shape;4756;p26">
              <a:extLst>
                <a:ext uri="{FF2B5EF4-FFF2-40B4-BE49-F238E27FC236}">
                  <a16:creationId xmlns:a16="http://schemas.microsoft.com/office/drawing/2014/main" id="{BFC6E8B6-1F04-E720-2294-93D732134584}"/>
                </a:ext>
              </a:extLst>
            </p:cNvPr>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39" name="Google Shape;4757;p26">
              <a:extLst>
                <a:ext uri="{FF2B5EF4-FFF2-40B4-BE49-F238E27FC236}">
                  <a16:creationId xmlns:a16="http://schemas.microsoft.com/office/drawing/2014/main" id="{218BDB5E-057F-AC8A-4C23-58CC3B581E41}"/>
                </a:ext>
              </a:extLst>
            </p:cNvPr>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0" name="Google Shape;4758;p26">
              <a:extLst>
                <a:ext uri="{FF2B5EF4-FFF2-40B4-BE49-F238E27FC236}">
                  <a16:creationId xmlns:a16="http://schemas.microsoft.com/office/drawing/2014/main" id="{2F84BCBC-5693-270C-E36F-4991B0D1C2A9}"/>
                </a:ext>
              </a:extLst>
            </p:cNvPr>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1" name="Google Shape;4759;p26">
              <a:extLst>
                <a:ext uri="{FF2B5EF4-FFF2-40B4-BE49-F238E27FC236}">
                  <a16:creationId xmlns:a16="http://schemas.microsoft.com/office/drawing/2014/main" id="{B73EE1CA-8625-B183-EE3E-E4FAC419F6CA}"/>
                </a:ext>
              </a:extLst>
            </p:cNvPr>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2" name="Google Shape;4760;p26">
              <a:extLst>
                <a:ext uri="{FF2B5EF4-FFF2-40B4-BE49-F238E27FC236}">
                  <a16:creationId xmlns:a16="http://schemas.microsoft.com/office/drawing/2014/main" id="{C473DEC5-988E-4871-AF02-4C264A119FE6}"/>
                </a:ext>
              </a:extLst>
            </p:cNvPr>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3" name="Google Shape;4761;p26">
              <a:extLst>
                <a:ext uri="{FF2B5EF4-FFF2-40B4-BE49-F238E27FC236}">
                  <a16:creationId xmlns:a16="http://schemas.microsoft.com/office/drawing/2014/main" id="{A5D18213-BCB5-3B6E-C00E-14A71756A919}"/>
                </a:ext>
              </a:extLst>
            </p:cNvPr>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4" name="Google Shape;4762;p26">
              <a:extLst>
                <a:ext uri="{FF2B5EF4-FFF2-40B4-BE49-F238E27FC236}">
                  <a16:creationId xmlns:a16="http://schemas.microsoft.com/office/drawing/2014/main" id="{CE8F2E11-8B1F-EDA6-5CF7-BD01D2C7D5C2}"/>
                </a:ext>
              </a:extLst>
            </p:cNvPr>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5" name="Google Shape;4763;p26">
              <a:extLst>
                <a:ext uri="{FF2B5EF4-FFF2-40B4-BE49-F238E27FC236}">
                  <a16:creationId xmlns:a16="http://schemas.microsoft.com/office/drawing/2014/main" id="{03B5439D-9D76-FB42-2000-2E550AF15F6C}"/>
                </a:ext>
              </a:extLst>
            </p:cNvPr>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6" name="Google Shape;4764;p26">
              <a:extLst>
                <a:ext uri="{FF2B5EF4-FFF2-40B4-BE49-F238E27FC236}">
                  <a16:creationId xmlns:a16="http://schemas.microsoft.com/office/drawing/2014/main" id="{B74DEB64-CFC4-CCCD-E63B-F24CCA7F5191}"/>
                </a:ext>
              </a:extLst>
            </p:cNvPr>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7" name="Google Shape;4765;p26">
              <a:extLst>
                <a:ext uri="{FF2B5EF4-FFF2-40B4-BE49-F238E27FC236}">
                  <a16:creationId xmlns:a16="http://schemas.microsoft.com/office/drawing/2014/main" id="{B2E90671-A411-F795-7E01-DE39D0C4275A}"/>
                </a:ext>
              </a:extLst>
            </p:cNvPr>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8" name="Google Shape;4766;p26">
              <a:extLst>
                <a:ext uri="{FF2B5EF4-FFF2-40B4-BE49-F238E27FC236}">
                  <a16:creationId xmlns:a16="http://schemas.microsoft.com/office/drawing/2014/main" id="{2DB240E3-A230-7A4B-04F1-218114CCEC4D}"/>
                </a:ext>
              </a:extLst>
            </p:cNvPr>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49" name="Google Shape;4767;p26">
              <a:extLst>
                <a:ext uri="{FF2B5EF4-FFF2-40B4-BE49-F238E27FC236}">
                  <a16:creationId xmlns:a16="http://schemas.microsoft.com/office/drawing/2014/main" id="{FD06DE26-EDDA-C593-E590-C64F0B18E09C}"/>
                </a:ext>
              </a:extLst>
            </p:cNvPr>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0" name="Google Shape;4768;p26">
              <a:extLst>
                <a:ext uri="{FF2B5EF4-FFF2-40B4-BE49-F238E27FC236}">
                  <a16:creationId xmlns:a16="http://schemas.microsoft.com/office/drawing/2014/main" id="{08D5E093-898B-C512-FFCE-CB75123430BB}"/>
                </a:ext>
              </a:extLst>
            </p:cNvPr>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1" name="Google Shape;4769;p26">
              <a:extLst>
                <a:ext uri="{FF2B5EF4-FFF2-40B4-BE49-F238E27FC236}">
                  <a16:creationId xmlns:a16="http://schemas.microsoft.com/office/drawing/2014/main" id="{57C8AB03-501A-FE2C-9090-EAC3986611B8}"/>
                </a:ext>
              </a:extLst>
            </p:cNvPr>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2" name="Google Shape;4770;p26">
              <a:extLst>
                <a:ext uri="{FF2B5EF4-FFF2-40B4-BE49-F238E27FC236}">
                  <a16:creationId xmlns:a16="http://schemas.microsoft.com/office/drawing/2014/main" id="{D9EBCA53-98A4-06FA-48C2-723C50723369}"/>
                </a:ext>
              </a:extLst>
            </p:cNvPr>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3" name="Google Shape;4771;p26">
              <a:extLst>
                <a:ext uri="{FF2B5EF4-FFF2-40B4-BE49-F238E27FC236}">
                  <a16:creationId xmlns:a16="http://schemas.microsoft.com/office/drawing/2014/main" id="{6859394C-9B0A-415E-6668-B9D91BF4F597}"/>
                </a:ext>
              </a:extLst>
            </p:cNvPr>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4" name="Google Shape;4772;p26">
              <a:extLst>
                <a:ext uri="{FF2B5EF4-FFF2-40B4-BE49-F238E27FC236}">
                  <a16:creationId xmlns:a16="http://schemas.microsoft.com/office/drawing/2014/main" id="{81BBCF7F-048F-4A62-B2EE-07349BCBB067}"/>
                </a:ext>
              </a:extLst>
            </p:cNvPr>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5" name="Google Shape;4773;p26">
              <a:extLst>
                <a:ext uri="{FF2B5EF4-FFF2-40B4-BE49-F238E27FC236}">
                  <a16:creationId xmlns:a16="http://schemas.microsoft.com/office/drawing/2014/main" id="{B59743FD-F5C8-54AE-0F39-298CAE858A26}"/>
                </a:ext>
              </a:extLst>
            </p:cNvPr>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6" name="Google Shape;4774;p26">
              <a:extLst>
                <a:ext uri="{FF2B5EF4-FFF2-40B4-BE49-F238E27FC236}">
                  <a16:creationId xmlns:a16="http://schemas.microsoft.com/office/drawing/2014/main" id="{F68A8E3B-2351-C875-171E-D2C8F31E498A}"/>
                </a:ext>
              </a:extLst>
            </p:cNvPr>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7" name="Google Shape;4775;p26">
              <a:extLst>
                <a:ext uri="{FF2B5EF4-FFF2-40B4-BE49-F238E27FC236}">
                  <a16:creationId xmlns:a16="http://schemas.microsoft.com/office/drawing/2014/main" id="{E000BB23-587D-3FC8-6342-633F67211029}"/>
                </a:ext>
              </a:extLst>
            </p:cNvPr>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8" name="Google Shape;4776;p26">
              <a:extLst>
                <a:ext uri="{FF2B5EF4-FFF2-40B4-BE49-F238E27FC236}">
                  <a16:creationId xmlns:a16="http://schemas.microsoft.com/office/drawing/2014/main" id="{01DE0940-D80B-FCAF-2420-F8364AFFD761}"/>
                </a:ext>
              </a:extLst>
            </p:cNvPr>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59" name="Google Shape;4777;p26">
              <a:extLst>
                <a:ext uri="{FF2B5EF4-FFF2-40B4-BE49-F238E27FC236}">
                  <a16:creationId xmlns:a16="http://schemas.microsoft.com/office/drawing/2014/main" id="{1E6AE8E7-9670-1520-2168-6A1AB2D4CE39}"/>
                </a:ext>
              </a:extLst>
            </p:cNvPr>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0" name="Google Shape;4778;p26">
              <a:extLst>
                <a:ext uri="{FF2B5EF4-FFF2-40B4-BE49-F238E27FC236}">
                  <a16:creationId xmlns:a16="http://schemas.microsoft.com/office/drawing/2014/main" id="{F71BDBDB-84F9-9272-0B65-D6C539F2BDA4}"/>
                </a:ext>
              </a:extLst>
            </p:cNvPr>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1" name="Google Shape;4779;p26">
              <a:extLst>
                <a:ext uri="{FF2B5EF4-FFF2-40B4-BE49-F238E27FC236}">
                  <a16:creationId xmlns:a16="http://schemas.microsoft.com/office/drawing/2014/main" id="{CA65DFDB-CF6E-EE1C-8739-5FE39B2613D8}"/>
                </a:ext>
              </a:extLst>
            </p:cNvPr>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2" name="Google Shape;4780;p26">
              <a:extLst>
                <a:ext uri="{FF2B5EF4-FFF2-40B4-BE49-F238E27FC236}">
                  <a16:creationId xmlns:a16="http://schemas.microsoft.com/office/drawing/2014/main" id="{061ACD65-30B6-2192-54FA-E341172B7D8A}"/>
                </a:ext>
              </a:extLst>
            </p:cNvPr>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3" name="Google Shape;4781;p26">
              <a:extLst>
                <a:ext uri="{FF2B5EF4-FFF2-40B4-BE49-F238E27FC236}">
                  <a16:creationId xmlns:a16="http://schemas.microsoft.com/office/drawing/2014/main" id="{7D9DB70F-059E-0C85-EBE0-8D286062836C}"/>
                </a:ext>
              </a:extLst>
            </p:cNvPr>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4" name="Google Shape;4782;p26">
              <a:extLst>
                <a:ext uri="{FF2B5EF4-FFF2-40B4-BE49-F238E27FC236}">
                  <a16:creationId xmlns:a16="http://schemas.microsoft.com/office/drawing/2014/main" id="{E77E9917-1519-9980-0617-5C88AEACAA76}"/>
                </a:ext>
              </a:extLst>
            </p:cNvPr>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5" name="Google Shape;4783;p26">
              <a:extLst>
                <a:ext uri="{FF2B5EF4-FFF2-40B4-BE49-F238E27FC236}">
                  <a16:creationId xmlns:a16="http://schemas.microsoft.com/office/drawing/2014/main" id="{8BF4917C-A8AA-2BE6-DD32-2D18467462BA}"/>
                </a:ext>
              </a:extLst>
            </p:cNvPr>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6" name="Google Shape;4784;p26">
              <a:extLst>
                <a:ext uri="{FF2B5EF4-FFF2-40B4-BE49-F238E27FC236}">
                  <a16:creationId xmlns:a16="http://schemas.microsoft.com/office/drawing/2014/main" id="{F8BAEFBF-46EC-3936-504C-174FD1162CEE}"/>
                </a:ext>
              </a:extLst>
            </p:cNvPr>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7" name="Google Shape;4785;p26">
              <a:extLst>
                <a:ext uri="{FF2B5EF4-FFF2-40B4-BE49-F238E27FC236}">
                  <a16:creationId xmlns:a16="http://schemas.microsoft.com/office/drawing/2014/main" id="{E1148FB5-CDE3-192F-8DB6-71C260BEA50B}"/>
                </a:ext>
              </a:extLst>
            </p:cNvPr>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8" name="Google Shape;4786;p26">
              <a:extLst>
                <a:ext uri="{FF2B5EF4-FFF2-40B4-BE49-F238E27FC236}">
                  <a16:creationId xmlns:a16="http://schemas.microsoft.com/office/drawing/2014/main" id="{CDE51163-6692-959A-1C22-649D333AE02C}"/>
                </a:ext>
              </a:extLst>
            </p:cNvPr>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69" name="Google Shape;4787;p26">
              <a:extLst>
                <a:ext uri="{FF2B5EF4-FFF2-40B4-BE49-F238E27FC236}">
                  <a16:creationId xmlns:a16="http://schemas.microsoft.com/office/drawing/2014/main" id="{33867C66-98E1-0D46-17AB-B035FA8331F4}"/>
                </a:ext>
              </a:extLst>
            </p:cNvPr>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0" name="Google Shape;4788;p26">
              <a:extLst>
                <a:ext uri="{FF2B5EF4-FFF2-40B4-BE49-F238E27FC236}">
                  <a16:creationId xmlns:a16="http://schemas.microsoft.com/office/drawing/2014/main" id="{720ACA93-5D26-412D-4A92-E7DF8694701F}"/>
                </a:ext>
              </a:extLst>
            </p:cNvPr>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1" name="Google Shape;4789;p26">
              <a:extLst>
                <a:ext uri="{FF2B5EF4-FFF2-40B4-BE49-F238E27FC236}">
                  <a16:creationId xmlns:a16="http://schemas.microsoft.com/office/drawing/2014/main" id="{C88968FF-808E-B780-F6DF-9CA513263270}"/>
                </a:ext>
              </a:extLst>
            </p:cNvPr>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2" name="Google Shape;4790;p26">
              <a:extLst>
                <a:ext uri="{FF2B5EF4-FFF2-40B4-BE49-F238E27FC236}">
                  <a16:creationId xmlns:a16="http://schemas.microsoft.com/office/drawing/2014/main" id="{A80757C4-6DF9-56F4-558E-91164AE1DB9B}"/>
                </a:ext>
              </a:extLst>
            </p:cNvPr>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3" name="Google Shape;4791;p26">
              <a:extLst>
                <a:ext uri="{FF2B5EF4-FFF2-40B4-BE49-F238E27FC236}">
                  <a16:creationId xmlns:a16="http://schemas.microsoft.com/office/drawing/2014/main" id="{97AC417E-E8C8-38A9-D9FF-2313671C6FA0}"/>
                </a:ext>
              </a:extLst>
            </p:cNvPr>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4" name="Google Shape;4792;p26">
              <a:extLst>
                <a:ext uri="{FF2B5EF4-FFF2-40B4-BE49-F238E27FC236}">
                  <a16:creationId xmlns:a16="http://schemas.microsoft.com/office/drawing/2014/main" id="{B7669B1F-2534-612C-F263-C92648582024}"/>
                </a:ext>
              </a:extLst>
            </p:cNvPr>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5" name="Google Shape;4793;p26">
              <a:extLst>
                <a:ext uri="{FF2B5EF4-FFF2-40B4-BE49-F238E27FC236}">
                  <a16:creationId xmlns:a16="http://schemas.microsoft.com/office/drawing/2014/main" id="{71CC6C88-D539-5B1A-82B9-AF151B6F76E4}"/>
                </a:ext>
              </a:extLst>
            </p:cNvPr>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6" name="Google Shape;4794;p26">
              <a:extLst>
                <a:ext uri="{FF2B5EF4-FFF2-40B4-BE49-F238E27FC236}">
                  <a16:creationId xmlns:a16="http://schemas.microsoft.com/office/drawing/2014/main" id="{6DE4A5B3-5419-B70A-1B6E-D8CBDEEB56A5}"/>
                </a:ext>
              </a:extLst>
            </p:cNvPr>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7" name="Google Shape;4795;p26">
              <a:extLst>
                <a:ext uri="{FF2B5EF4-FFF2-40B4-BE49-F238E27FC236}">
                  <a16:creationId xmlns:a16="http://schemas.microsoft.com/office/drawing/2014/main" id="{4944C50C-C6E9-BD97-4718-889770A0DE01}"/>
                </a:ext>
              </a:extLst>
            </p:cNvPr>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8" name="Google Shape;4796;p26">
              <a:extLst>
                <a:ext uri="{FF2B5EF4-FFF2-40B4-BE49-F238E27FC236}">
                  <a16:creationId xmlns:a16="http://schemas.microsoft.com/office/drawing/2014/main" id="{B258593B-0E11-FEBE-5266-AD59CFA6D8B1}"/>
                </a:ext>
              </a:extLst>
            </p:cNvPr>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79" name="Google Shape;4797;p26">
              <a:extLst>
                <a:ext uri="{FF2B5EF4-FFF2-40B4-BE49-F238E27FC236}">
                  <a16:creationId xmlns:a16="http://schemas.microsoft.com/office/drawing/2014/main" id="{934040B5-9FDF-76DC-1AE5-7FF8860D30AB}"/>
                </a:ext>
              </a:extLst>
            </p:cNvPr>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0" name="Google Shape;4798;p26">
              <a:extLst>
                <a:ext uri="{FF2B5EF4-FFF2-40B4-BE49-F238E27FC236}">
                  <a16:creationId xmlns:a16="http://schemas.microsoft.com/office/drawing/2014/main" id="{E9FAFFD6-2ADE-4651-36DB-A81418424914}"/>
                </a:ext>
              </a:extLst>
            </p:cNvPr>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1" name="Google Shape;4799;p26">
              <a:extLst>
                <a:ext uri="{FF2B5EF4-FFF2-40B4-BE49-F238E27FC236}">
                  <a16:creationId xmlns:a16="http://schemas.microsoft.com/office/drawing/2014/main" id="{C173F2D1-3324-21F7-D115-B4B2C2059F10}"/>
                </a:ext>
              </a:extLst>
            </p:cNvPr>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2" name="Google Shape;4800;p26">
              <a:extLst>
                <a:ext uri="{FF2B5EF4-FFF2-40B4-BE49-F238E27FC236}">
                  <a16:creationId xmlns:a16="http://schemas.microsoft.com/office/drawing/2014/main" id="{6BD7EAF6-D619-8D93-94C9-BDCAF1F3739A}"/>
                </a:ext>
              </a:extLst>
            </p:cNvPr>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3" name="Google Shape;4801;p26">
              <a:extLst>
                <a:ext uri="{FF2B5EF4-FFF2-40B4-BE49-F238E27FC236}">
                  <a16:creationId xmlns:a16="http://schemas.microsoft.com/office/drawing/2014/main" id="{CE7FFA7D-483E-04E7-BA2D-03602CA34C58}"/>
                </a:ext>
              </a:extLst>
            </p:cNvPr>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4" name="Google Shape;4802;p26">
              <a:extLst>
                <a:ext uri="{FF2B5EF4-FFF2-40B4-BE49-F238E27FC236}">
                  <a16:creationId xmlns:a16="http://schemas.microsoft.com/office/drawing/2014/main" id="{34F6B91A-F17F-6B9E-545D-F4A2C89A1D1B}"/>
                </a:ext>
              </a:extLst>
            </p:cNvPr>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5" name="Google Shape;4803;p26">
              <a:extLst>
                <a:ext uri="{FF2B5EF4-FFF2-40B4-BE49-F238E27FC236}">
                  <a16:creationId xmlns:a16="http://schemas.microsoft.com/office/drawing/2014/main" id="{CEAEF17B-848B-15E6-8662-0C2C3033ADD5}"/>
                </a:ext>
              </a:extLst>
            </p:cNvPr>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6" name="Google Shape;4804;p26">
              <a:extLst>
                <a:ext uri="{FF2B5EF4-FFF2-40B4-BE49-F238E27FC236}">
                  <a16:creationId xmlns:a16="http://schemas.microsoft.com/office/drawing/2014/main" id="{B955E1A7-32AB-06E3-005A-90B706E6562F}"/>
                </a:ext>
              </a:extLst>
            </p:cNvPr>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7" name="Google Shape;4805;p26">
              <a:extLst>
                <a:ext uri="{FF2B5EF4-FFF2-40B4-BE49-F238E27FC236}">
                  <a16:creationId xmlns:a16="http://schemas.microsoft.com/office/drawing/2014/main" id="{020E9D23-4829-41F0-FDDA-CBB7F19B7DA6}"/>
                </a:ext>
              </a:extLst>
            </p:cNvPr>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8" name="Google Shape;4806;p26">
              <a:extLst>
                <a:ext uri="{FF2B5EF4-FFF2-40B4-BE49-F238E27FC236}">
                  <a16:creationId xmlns:a16="http://schemas.microsoft.com/office/drawing/2014/main" id="{04DC4457-1473-340C-050C-69F05B8B6488}"/>
                </a:ext>
              </a:extLst>
            </p:cNvPr>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89" name="Google Shape;4807;p26">
              <a:extLst>
                <a:ext uri="{FF2B5EF4-FFF2-40B4-BE49-F238E27FC236}">
                  <a16:creationId xmlns:a16="http://schemas.microsoft.com/office/drawing/2014/main" id="{7F179939-FF12-EBA2-1BAE-1BA56DF46F4D}"/>
                </a:ext>
              </a:extLst>
            </p:cNvPr>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0" name="Google Shape;4808;p26">
              <a:extLst>
                <a:ext uri="{FF2B5EF4-FFF2-40B4-BE49-F238E27FC236}">
                  <a16:creationId xmlns:a16="http://schemas.microsoft.com/office/drawing/2014/main" id="{C55E81C4-F58D-32D5-424F-38C62888C3DE}"/>
                </a:ext>
              </a:extLst>
            </p:cNvPr>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1" name="Google Shape;4809;p26">
              <a:extLst>
                <a:ext uri="{FF2B5EF4-FFF2-40B4-BE49-F238E27FC236}">
                  <a16:creationId xmlns:a16="http://schemas.microsoft.com/office/drawing/2014/main" id="{F0A4789C-CF1F-7BE1-483D-8A5241E2BB7F}"/>
                </a:ext>
              </a:extLst>
            </p:cNvPr>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2" name="Google Shape;4810;p26">
              <a:extLst>
                <a:ext uri="{FF2B5EF4-FFF2-40B4-BE49-F238E27FC236}">
                  <a16:creationId xmlns:a16="http://schemas.microsoft.com/office/drawing/2014/main" id="{0E006C2D-942E-D73E-BF51-4FD6D004201B}"/>
                </a:ext>
              </a:extLst>
            </p:cNvPr>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3" name="Google Shape;4811;p26">
              <a:extLst>
                <a:ext uri="{FF2B5EF4-FFF2-40B4-BE49-F238E27FC236}">
                  <a16:creationId xmlns:a16="http://schemas.microsoft.com/office/drawing/2014/main" id="{B30C4037-321F-F25F-F85E-1A461A5D6917}"/>
                </a:ext>
              </a:extLst>
            </p:cNvPr>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4" name="Google Shape;4812;p26">
              <a:extLst>
                <a:ext uri="{FF2B5EF4-FFF2-40B4-BE49-F238E27FC236}">
                  <a16:creationId xmlns:a16="http://schemas.microsoft.com/office/drawing/2014/main" id="{55764B2C-AD82-2F1D-76A8-01A7C9E13F33}"/>
                </a:ext>
              </a:extLst>
            </p:cNvPr>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5" name="Google Shape;4813;p26">
              <a:extLst>
                <a:ext uri="{FF2B5EF4-FFF2-40B4-BE49-F238E27FC236}">
                  <a16:creationId xmlns:a16="http://schemas.microsoft.com/office/drawing/2014/main" id="{05A27852-1F83-1424-8340-0A6B16C5D6DB}"/>
                </a:ext>
              </a:extLst>
            </p:cNvPr>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6" name="Google Shape;4814;p26">
              <a:extLst>
                <a:ext uri="{FF2B5EF4-FFF2-40B4-BE49-F238E27FC236}">
                  <a16:creationId xmlns:a16="http://schemas.microsoft.com/office/drawing/2014/main" id="{DB5FD3A7-1D92-6235-F5C2-76703BA115D9}"/>
                </a:ext>
              </a:extLst>
            </p:cNvPr>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797" name="Google Shape;4815;p26">
              <a:extLst>
                <a:ext uri="{FF2B5EF4-FFF2-40B4-BE49-F238E27FC236}">
                  <a16:creationId xmlns:a16="http://schemas.microsoft.com/office/drawing/2014/main" id="{D8C4303E-3A2A-1708-9C00-CB7216F4E36C}"/>
                </a:ext>
              </a:extLst>
            </p:cNvPr>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1798" name="テキスト ボックス 1797">
            <a:extLst>
              <a:ext uri="{FF2B5EF4-FFF2-40B4-BE49-F238E27FC236}">
                <a16:creationId xmlns:a16="http://schemas.microsoft.com/office/drawing/2014/main" id="{FAA6207D-15F6-AAD9-66CA-D769E4CCA467}"/>
              </a:ext>
            </a:extLst>
          </p:cNvPr>
          <p:cNvSpPr txBox="1"/>
          <p:nvPr/>
        </p:nvSpPr>
        <p:spPr>
          <a:xfrm>
            <a:off x="3414335" y="1819327"/>
            <a:ext cx="2453006" cy="1761251"/>
          </a:xfrm>
          <a:prstGeom prst="rect">
            <a:avLst/>
          </a:prstGeom>
          <a:solidFill>
            <a:schemeClr val="bg1"/>
          </a:solidFill>
          <a:ln>
            <a:solidFill>
              <a:schemeClr val="tx1"/>
            </a:solidFill>
          </a:ln>
        </p:spPr>
        <p:txBody>
          <a:bodyPr wrap="square">
            <a:spAutoFit/>
          </a:bodyPr>
          <a:lstStyle/>
          <a:p>
            <a:pPr>
              <a:lnSpc>
                <a:spcPts val="2200"/>
              </a:lnSpc>
            </a:pPr>
            <a:r>
              <a:rPr lang="en-US" altLang="ja-JP" sz="1600" b="1" dirty="0"/>
              <a:t>Risk-Taking Position</a:t>
            </a:r>
          </a:p>
          <a:p>
            <a:pPr>
              <a:lnSpc>
                <a:spcPts val="2200"/>
              </a:lnSpc>
            </a:pPr>
            <a:r>
              <a:rPr lang="en-US" altLang="ja-JP" sz="1600" dirty="0"/>
              <a:t>BTC Spot: 100</a:t>
            </a:r>
          </a:p>
          <a:p>
            <a:pPr>
              <a:lnSpc>
                <a:spcPts val="2200"/>
              </a:lnSpc>
            </a:pPr>
            <a:r>
              <a:rPr lang="en-US" altLang="ja-JP" sz="1600" dirty="0"/>
              <a:t>├ Futures Short: 100</a:t>
            </a:r>
          </a:p>
          <a:p>
            <a:pPr>
              <a:lnSpc>
                <a:spcPts val="2200"/>
              </a:lnSpc>
            </a:pPr>
            <a:r>
              <a:rPr lang="en-US" altLang="ja-JP" sz="1600" dirty="0"/>
              <a:t>├ CFD Short: 50</a:t>
            </a:r>
          </a:p>
          <a:p>
            <a:pPr>
              <a:lnSpc>
                <a:spcPts val="2200"/>
              </a:lnSpc>
            </a:pPr>
            <a:r>
              <a:rPr lang="en-US" altLang="ja-JP" sz="1600" dirty="0"/>
              <a:t>├ PUT Long: 25</a:t>
            </a:r>
          </a:p>
          <a:p>
            <a:pPr>
              <a:lnSpc>
                <a:spcPts val="2200"/>
              </a:lnSpc>
            </a:pPr>
            <a:r>
              <a:rPr lang="en-US" altLang="ja-JP" sz="1600" dirty="0"/>
              <a:t>└ CALL Long: 50</a:t>
            </a:r>
          </a:p>
        </p:txBody>
      </p:sp>
      <p:sp>
        <p:nvSpPr>
          <p:cNvPr id="1799" name="矢印: 右 1798">
            <a:extLst>
              <a:ext uri="{FF2B5EF4-FFF2-40B4-BE49-F238E27FC236}">
                <a16:creationId xmlns:a16="http://schemas.microsoft.com/office/drawing/2014/main" id="{AC96AEB5-385D-78FD-FB19-001A05C4BD80}"/>
              </a:ext>
            </a:extLst>
          </p:cNvPr>
          <p:cNvSpPr/>
          <p:nvPr/>
        </p:nvSpPr>
        <p:spPr>
          <a:xfrm>
            <a:off x="2716818" y="2448345"/>
            <a:ext cx="620786" cy="484632"/>
          </a:xfrm>
          <a:prstGeom prst="rightArrow">
            <a:avLst/>
          </a:prstGeom>
          <a:solidFill>
            <a:schemeClr val="accent5">
              <a:lumMod val="20000"/>
              <a:lumOff val="8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accent5">
                    <a:lumMod val="20000"/>
                    <a:lumOff val="80000"/>
                  </a:schemeClr>
                </a:solidFill>
              </a:ln>
              <a:solidFill>
                <a:schemeClr val="accent5">
                  <a:lumMod val="20000"/>
                  <a:lumOff val="80000"/>
                </a:schemeClr>
              </a:solidFill>
            </a:endParaRPr>
          </a:p>
        </p:txBody>
      </p:sp>
      <p:graphicFrame>
        <p:nvGraphicFramePr>
          <p:cNvPr id="1800" name="Google Shape;3988;p23">
            <a:extLst>
              <a:ext uri="{FF2B5EF4-FFF2-40B4-BE49-F238E27FC236}">
                <a16:creationId xmlns:a16="http://schemas.microsoft.com/office/drawing/2014/main" id="{3B0CAABE-F4D7-B74C-1849-60E9D2595863}"/>
              </a:ext>
            </a:extLst>
          </p:cNvPr>
          <p:cNvGraphicFramePr/>
          <p:nvPr>
            <p:extLst>
              <p:ext uri="{D42A27DB-BD31-4B8C-83A1-F6EECF244321}">
                <p14:modId xmlns:p14="http://schemas.microsoft.com/office/powerpoint/2010/main" val="502286868"/>
              </p:ext>
            </p:extLst>
          </p:nvPr>
        </p:nvGraphicFramePr>
        <p:xfrm>
          <a:off x="5910609" y="1772461"/>
          <a:ext cx="2519016" cy="1828650"/>
        </p:xfrm>
        <a:graphic>
          <a:graphicData uri="http://schemas.openxmlformats.org/drawingml/2006/table">
            <a:tbl>
              <a:tblPr>
                <a:noFill/>
                <a:tableStyleId>{555546A6-5EA1-44C9-8737-3352D83F96DF}</a:tableStyleId>
              </a:tblPr>
              <a:tblGrid>
                <a:gridCol w="1292513">
                  <a:extLst>
                    <a:ext uri="{9D8B030D-6E8A-4147-A177-3AD203B41FA5}">
                      <a16:colId xmlns:a16="http://schemas.microsoft.com/office/drawing/2014/main" val="20000"/>
                    </a:ext>
                  </a:extLst>
                </a:gridCol>
                <a:gridCol w="1226503">
                  <a:extLst>
                    <a:ext uri="{9D8B030D-6E8A-4147-A177-3AD203B41FA5}">
                      <a16:colId xmlns:a16="http://schemas.microsoft.com/office/drawing/2014/main" val="20001"/>
                    </a:ext>
                  </a:extLst>
                </a:gridCol>
              </a:tblGrid>
              <a:tr h="357172">
                <a:tc>
                  <a:txBody>
                    <a:bodyPr/>
                    <a:lstStyle/>
                    <a:p>
                      <a:pPr marL="0" lvl="0" indent="0" algn="ctr" rtl="0">
                        <a:spcBef>
                          <a:spcPts val="0"/>
                        </a:spcBef>
                        <a:spcAft>
                          <a:spcPts val="0"/>
                        </a:spcAft>
                        <a:buNone/>
                      </a:pPr>
                      <a:r>
                        <a:rPr lang="en-US" altLang="ja" sz="1200" b="1" dirty="0">
                          <a:solidFill>
                            <a:srgbClr val="333333"/>
                          </a:solidFill>
                        </a:rPr>
                        <a:t>Category</a:t>
                      </a:r>
                      <a:endParaRPr sz="1200" b="1" dirty="0">
                        <a:solidFill>
                          <a:srgbClr val="333333"/>
                        </a:solidFill>
                      </a:endParaRPr>
                    </a:p>
                  </a:txBody>
                  <a:tcPr marL="91425" marR="91425" marT="91425" marB="91425" anchor="ctr">
                    <a:solidFill>
                      <a:srgbClr val="EDF2F3"/>
                    </a:solidFill>
                  </a:tcPr>
                </a:tc>
                <a:tc>
                  <a:txBody>
                    <a:bodyPr/>
                    <a:lstStyle/>
                    <a:p>
                      <a:pPr marL="0" lvl="0" indent="0" algn="ctr" rtl="0">
                        <a:spcBef>
                          <a:spcPts val="0"/>
                        </a:spcBef>
                        <a:spcAft>
                          <a:spcPts val="0"/>
                        </a:spcAft>
                        <a:buNone/>
                      </a:pPr>
                      <a:r>
                        <a:rPr lang="en-US" sz="1200" b="1" dirty="0">
                          <a:solidFill>
                            <a:srgbClr val="333333"/>
                          </a:solidFill>
                        </a:rPr>
                        <a:t>Result</a:t>
                      </a:r>
                      <a:endParaRPr sz="1200" b="1" dirty="0">
                        <a:solidFill>
                          <a:srgbClr val="333333"/>
                        </a:solidFill>
                      </a:endParaRPr>
                    </a:p>
                  </a:txBody>
                  <a:tcPr marL="91425" marR="91425" marT="91425" marB="91425" anchor="ctr">
                    <a:solidFill>
                      <a:srgbClr val="EDF2F3"/>
                    </a:solidFill>
                  </a:tcPr>
                </a:tc>
                <a:extLst>
                  <a:ext uri="{0D108BD9-81ED-4DB2-BD59-A6C34878D82A}">
                    <a16:rowId xmlns:a16="http://schemas.microsoft.com/office/drawing/2014/main" val="10000"/>
                  </a:ext>
                </a:extLst>
              </a:tr>
              <a:tr h="238108">
                <a:tc>
                  <a:txBody>
                    <a:bodyPr/>
                    <a:lstStyle/>
                    <a:p>
                      <a:pPr marL="0" lvl="0" indent="0" algn="ctr" rtl="0">
                        <a:spcBef>
                          <a:spcPts val="0"/>
                        </a:spcBef>
                        <a:spcAft>
                          <a:spcPts val="0"/>
                        </a:spcAft>
                        <a:buNone/>
                      </a:pPr>
                      <a:r>
                        <a:rPr lang="en-US" altLang="ja" sz="1200" dirty="0">
                          <a:solidFill>
                            <a:srgbClr val="333333"/>
                          </a:solidFill>
                        </a:rPr>
                        <a:t>Spot Asset</a:t>
                      </a:r>
                      <a:endParaRPr sz="1200"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ja" sz="1200" dirty="0">
                          <a:solidFill>
                            <a:srgbClr val="333333"/>
                          </a:solidFill>
                        </a:rPr>
                        <a:t>0万円</a:t>
                      </a:r>
                      <a:endParaRPr sz="1200"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1"/>
                  </a:ext>
                </a:extLst>
              </a:tr>
              <a:tr h="238108">
                <a:tc>
                  <a:txBody>
                    <a:bodyPr/>
                    <a:lstStyle/>
                    <a:p>
                      <a:pPr marL="0" lvl="0" indent="0" algn="ctr" rtl="0">
                        <a:spcBef>
                          <a:spcPts val="0"/>
                        </a:spcBef>
                        <a:spcAft>
                          <a:spcPts val="0"/>
                        </a:spcAft>
                        <a:buNone/>
                      </a:pPr>
                      <a:r>
                        <a:rPr lang="en-US" altLang="ja" sz="1200" b="1" dirty="0">
                          <a:solidFill>
                            <a:srgbClr val="333333"/>
                          </a:solidFill>
                        </a:rPr>
                        <a:t>Futures Short</a:t>
                      </a:r>
                      <a:endParaRPr sz="1200" b="1"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altLang="ja" sz="1200" b="1" dirty="0">
                          <a:solidFill>
                            <a:srgbClr val="333333"/>
                          </a:solidFill>
                        </a:rPr>
                        <a:t>+JPY 50M</a:t>
                      </a:r>
                      <a:endParaRPr sz="1200" b="1"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2"/>
                  </a:ext>
                </a:extLst>
              </a:tr>
              <a:tr h="357172">
                <a:tc>
                  <a:txBody>
                    <a:bodyPr/>
                    <a:lstStyle/>
                    <a:p>
                      <a:pPr marL="0" lvl="0" indent="0" algn="ctr" rtl="0">
                        <a:spcBef>
                          <a:spcPts val="0"/>
                        </a:spcBef>
                        <a:spcAft>
                          <a:spcPts val="0"/>
                        </a:spcAft>
                        <a:buNone/>
                      </a:pPr>
                      <a:r>
                        <a:rPr lang="en-US" sz="1200" b="1" dirty="0">
                          <a:solidFill>
                            <a:srgbClr val="333333"/>
                          </a:solidFill>
                        </a:rPr>
                        <a:t>Put Option</a:t>
                      </a:r>
                      <a:endParaRPr sz="1200" b="1" dirty="0">
                        <a:solidFill>
                          <a:srgbClr val="333333"/>
                        </a:solidFill>
                      </a:endParaRPr>
                    </a:p>
                  </a:txBody>
                  <a:tcPr marL="91425" marR="91425" marT="91425" marB="91425" anchor="ctr">
                    <a:solidFill>
                      <a:srgbClr val="FFFFFF"/>
                    </a:solidFill>
                  </a:tcPr>
                </a:tc>
                <a:tc>
                  <a:txBody>
                    <a:bodyPr/>
                    <a:lstStyle/>
                    <a:p>
                      <a:pPr marL="0" lvl="0" indent="0" algn="ctr" rtl="0">
                        <a:spcBef>
                          <a:spcPts val="0"/>
                        </a:spcBef>
                        <a:spcAft>
                          <a:spcPts val="0"/>
                        </a:spcAft>
                        <a:buNone/>
                      </a:pPr>
                      <a:r>
                        <a:rPr lang="en-US" sz="1200" b="1" dirty="0">
                          <a:solidFill>
                            <a:srgbClr val="333333"/>
                          </a:solidFill>
                        </a:rPr>
                        <a:t>+JPY </a:t>
                      </a:r>
                      <a:r>
                        <a:rPr lang="en-US" altLang="ja-JP" sz="1200" b="1" dirty="0">
                          <a:solidFill>
                            <a:srgbClr val="333333"/>
                          </a:solidFill>
                        </a:rPr>
                        <a:t>25</a:t>
                      </a:r>
                      <a:r>
                        <a:rPr lang="en-US" sz="1200" b="1" dirty="0">
                          <a:solidFill>
                            <a:srgbClr val="333333"/>
                          </a:solidFill>
                        </a:rPr>
                        <a:t>M</a:t>
                      </a:r>
                      <a:endParaRPr sz="1200" b="1"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3"/>
                  </a:ext>
                </a:extLst>
              </a:tr>
              <a:tr h="238108">
                <a:tc>
                  <a:txBody>
                    <a:bodyPr/>
                    <a:lstStyle/>
                    <a:p>
                      <a:pPr marL="0" lvl="0" indent="0" algn="ctr" rtl="0">
                        <a:spcBef>
                          <a:spcPts val="0"/>
                        </a:spcBef>
                        <a:spcAft>
                          <a:spcPts val="0"/>
                        </a:spcAft>
                        <a:buNone/>
                      </a:pPr>
                      <a:r>
                        <a:rPr lang="en-US" altLang="ja" sz="1200" b="1" dirty="0">
                          <a:solidFill>
                            <a:srgbClr val="333333"/>
                          </a:solidFill>
                        </a:rPr>
                        <a:t>Total Profit</a:t>
                      </a:r>
                      <a:endParaRPr sz="1200" b="1" dirty="0">
                        <a:solidFill>
                          <a:srgbClr val="333333"/>
                        </a:solidFill>
                      </a:endParaRPr>
                    </a:p>
                  </a:txBody>
                  <a:tcPr marL="91425" marR="91425" marT="91425" marB="91425" anchor="ctr">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ja-JP" sz="1200" b="1" dirty="0">
                          <a:solidFill>
                            <a:srgbClr val="333333"/>
                          </a:solidFill>
                        </a:rPr>
                        <a:t>+JPY 75M</a:t>
                      </a:r>
                      <a:endParaRPr lang="ja-JP" altLang="en-US" sz="1200" b="1" dirty="0">
                        <a:solidFill>
                          <a:srgbClr val="333333"/>
                        </a:solidFill>
                      </a:endParaRPr>
                    </a:p>
                  </a:txBody>
                  <a:tcPr marL="91425" marR="91425" marT="91425" marB="91425" anchor="ctr">
                    <a:solidFill>
                      <a:srgbClr val="FFFFFF"/>
                    </a:solidFill>
                  </a:tcPr>
                </a:tc>
                <a:extLst>
                  <a:ext uri="{0D108BD9-81ED-4DB2-BD59-A6C34878D82A}">
                    <a16:rowId xmlns:a16="http://schemas.microsoft.com/office/drawing/2014/main" val="10004"/>
                  </a:ext>
                </a:extLst>
              </a:tr>
            </a:tbl>
          </a:graphicData>
        </a:graphic>
      </p:graphicFrame>
      <p:sp>
        <p:nvSpPr>
          <p:cNvPr id="1801" name="Google Shape;4351;p23">
            <a:extLst>
              <a:ext uri="{FF2B5EF4-FFF2-40B4-BE49-F238E27FC236}">
                <a16:creationId xmlns:a16="http://schemas.microsoft.com/office/drawing/2014/main" id="{F130EE89-3CB9-01D4-B39F-5F0F9618FDA4}"/>
              </a:ext>
            </a:extLst>
          </p:cNvPr>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dirty="0">
                <a:solidFill>
                  <a:srgbClr val="43DFF4"/>
                </a:solidFill>
              </a:rPr>
              <a:t>1</a:t>
            </a:r>
            <a:r>
              <a:rPr lang="en-US" altLang="ja-JP" sz="900" dirty="0">
                <a:solidFill>
                  <a:srgbClr val="43DFF4"/>
                </a:solidFill>
              </a:rPr>
              <a:t>1</a:t>
            </a:r>
            <a:endParaRPr sz="900" dirty="0">
              <a:solidFill>
                <a:srgbClr val="43DFF4"/>
              </a:solidFill>
            </a:endParaRPr>
          </a:p>
        </p:txBody>
      </p:sp>
    </p:spTree>
    <p:extLst>
      <p:ext uri="{BB962C8B-B14F-4D97-AF65-F5344CB8AC3E}">
        <p14:creationId xmlns:p14="http://schemas.microsoft.com/office/powerpoint/2010/main" val="22828347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A"/>
        </a:solidFill>
        <a:effectLst/>
      </p:bgPr>
    </p:bg>
    <p:spTree>
      <p:nvGrpSpPr>
        <p:cNvPr id="1" name="Shape 4355"/>
        <p:cNvGrpSpPr/>
        <p:nvPr/>
      </p:nvGrpSpPr>
      <p:grpSpPr>
        <a:xfrm>
          <a:off x="0" y="0"/>
          <a:ext cx="0" cy="0"/>
          <a:chOff x="0" y="0"/>
          <a:chExt cx="0" cy="0"/>
        </a:xfrm>
      </p:grpSpPr>
      <p:sp>
        <p:nvSpPr>
          <p:cNvPr id="4356" name="Google Shape;4356;p24"/>
          <p:cNvSpPr txBox="1"/>
          <p:nvPr/>
        </p:nvSpPr>
        <p:spPr>
          <a:xfrm>
            <a:off x="333375" y="1143000"/>
            <a:ext cx="3810000" cy="1905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18000" b="1">
                <a:solidFill>
                  <a:srgbClr val="D5E9EC"/>
                </a:solidFill>
              </a:rPr>
              <a:t>04</a:t>
            </a:r>
            <a:endParaRPr sz="18000" b="1">
              <a:solidFill>
                <a:srgbClr val="D5E9EC"/>
              </a:solidFill>
            </a:endParaRPr>
          </a:p>
        </p:txBody>
      </p:sp>
      <p:sp>
        <p:nvSpPr>
          <p:cNvPr id="4357" name="Google Shape;4357;p24"/>
          <p:cNvSpPr txBox="1"/>
          <p:nvPr/>
        </p:nvSpPr>
        <p:spPr>
          <a:xfrm>
            <a:off x="523875" y="2190750"/>
            <a:ext cx="8001000" cy="762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sz="3800" b="1" dirty="0">
                <a:solidFill>
                  <a:srgbClr val="333333"/>
                </a:solidFill>
              </a:rPr>
              <a:t>4. </a:t>
            </a:r>
            <a:r>
              <a:rPr lang="en-US" altLang="ja" sz="3800" b="1" dirty="0">
                <a:solidFill>
                  <a:srgbClr val="333333"/>
                </a:solidFill>
              </a:rPr>
              <a:t>Future Operational Policy</a:t>
            </a:r>
            <a:endParaRPr sz="3800" b="1" dirty="0">
              <a:solidFill>
                <a:srgbClr val="333333"/>
              </a:solidFill>
            </a:endParaRPr>
          </a:p>
        </p:txBody>
      </p:sp>
      <p:sp>
        <p:nvSpPr>
          <p:cNvPr id="4358" name="Google Shape;4358;p24"/>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4359" name="Google Shape;4359;p24"/>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dirty="0">
                <a:solidFill>
                  <a:srgbClr val="43DFF4"/>
                </a:solidFill>
              </a:rPr>
              <a:t>1</a:t>
            </a:r>
            <a:r>
              <a:rPr lang="en-US" altLang="ja-JP" sz="900" dirty="0">
                <a:solidFill>
                  <a:srgbClr val="43DFF4"/>
                </a:solidFill>
              </a:rPr>
              <a:t>2</a:t>
            </a:r>
            <a:endParaRPr sz="900" dirty="0">
              <a:solidFill>
                <a:srgbClr val="43DFF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63"/>
        <p:cNvGrpSpPr/>
        <p:nvPr/>
      </p:nvGrpSpPr>
      <p:grpSpPr>
        <a:xfrm>
          <a:off x="0" y="0"/>
          <a:ext cx="0" cy="0"/>
          <a:chOff x="0" y="0"/>
          <a:chExt cx="0" cy="0"/>
        </a:xfrm>
      </p:grpSpPr>
      <p:sp>
        <p:nvSpPr>
          <p:cNvPr id="4364" name="Google Shape;4364;p25"/>
          <p:cNvSpPr txBox="1"/>
          <p:nvPr/>
        </p:nvSpPr>
        <p:spPr>
          <a:xfrm>
            <a:off x="238125" y="190500"/>
            <a:ext cx="7905900" cy="3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2400" b="1">
                <a:solidFill>
                  <a:srgbClr val="333333"/>
                </a:solidFill>
              </a:rPr>
              <a:t>Flexible Strategy Execution Based on Market Phase</a:t>
            </a:r>
            <a:endParaRPr sz="2400" b="1" dirty="0">
              <a:solidFill>
                <a:srgbClr val="333333"/>
              </a:solidFill>
            </a:endParaRPr>
          </a:p>
        </p:txBody>
      </p:sp>
      <p:grpSp>
        <p:nvGrpSpPr>
          <p:cNvPr id="4365" name="Google Shape;4365;p25"/>
          <p:cNvGrpSpPr/>
          <p:nvPr/>
        </p:nvGrpSpPr>
        <p:grpSpPr>
          <a:xfrm>
            <a:off x="238125" y="762000"/>
            <a:ext cx="3968800" cy="38100"/>
            <a:chOff x="238125" y="762000"/>
            <a:chExt cx="3968800" cy="38100"/>
          </a:xfrm>
        </p:grpSpPr>
        <p:sp>
          <p:nvSpPr>
            <p:cNvPr id="4366" name="Google Shape;4366;p25"/>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67" name="Google Shape;4367;p25"/>
            <p:cNvSpPr/>
            <p:nvPr/>
          </p:nvSpPr>
          <p:spPr>
            <a:xfrm>
              <a:off x="2635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68" name="Google Shape;4368;p25"/>
            <p:cNvSpPr/>
            <p:nvPr/>
          </p:nvSpPr>
          <p:spPr>
            <a:xfrm>
              <a:off x="288925"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69" name="Google Shape;4369;p25"/>
            <p:cNvSpPr/>
            <p:nvPr/>
          </p:nvSpPr>
          <p:spPr>
            <a:xfrm>
              <a:off x="3143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0" name="Google Shape;4370;p25"/>
            <p:cNvSpPr/>
            <p:nvPr/>
          </p:nvSpPr>
          <p:spPr>
            <a:xfrm>
              <a:off x="339725"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1" name="Google Shape;4371;p25"/>
            <p:cNvSpPr/>
            <p:nvPr/>
          </p:nvSpPr>
          <p:spPr>
            <a:xfrm>
              <a:off x="365125"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2" name="Google Shape;4372;p25"/>
            <p:cNvSpPr/>
            <p:nvPr/>
          </p:nvSpPr>
          <p:spPr>
            <a:xfrm>
              <a:off x="3905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3" name="Google Shape;4373;p25"/>
            <p:cNvSpPr/>
            <p:nvPr/>
          </p:nvSpPr>
          <p:spPr>
            <a:xfrm>
              <a:off x="415925"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4" name="Google Shape;4374;p25"/>
            <p:cNvSpPr/>
            <p:nvPr/>
          </p:nvSpPr>
          <p:spPr>
            <a:xfrm>
              <a:off x="441325"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5" name="Google Shape;4375;p25"/>
            <p:cNvSpPr/>
            <p:nvPr/>
          </p:nvSpPr>
          <p:spPr>
            <a:xfrm>
              <a:off x="4667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6" name="Google Shape;4376;p25"/>
            <p:cNvSpPr/>
            <p:nvPr/>
          </p:nvSpPr>
          <p:spPr>
            <a:xfrm>
              <a:off x="492125"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7" name="Google Shape;4377;p25"/>
            <p:cNvSpPr/>
            <p:nvPr/>
          </p:nvSpPr>
          <p:spPr>
            <a:xfrm>
              <a:off x="5175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8" name="Google Shape;4378;p25"/>
            <p:cNvSpPr/>
            <p:nvPr/>
          </p:nvSpPr>
          <p:spPr>
            <a:xfrm>
              <a:off x="542925"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79" name="Google Shape;4379;p25"/>
            <p:cNvSpPr/>
            <p:nvPr/>
          </p:nvSpPr>
          <p:spPr>
            <a:xfrm>
              <a:off x="568325"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0" name="Google Shape;4380;p25"/>
            <p:cNvSpPr/>
            <p:nvPr/>
          </p:nvSpPr>
          <p:spPr>
            <a:xfrm>
              <a:off x="5937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1" name="Google Shape;4381;p25"/>
            <p:cNvSpPr/>
            <p:nvPr/>
          </p:nvSpPr>
          <p:spPr>
            <a:xfrm>
              <a:off x="619125"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2" name="Google Shape;4382;p25"/>
            <p:cNvSpPr/>
            <p:nvPr/>
          </p:nvSpPr>
          <p:spPr>
            <a:xfrm>
              <a:off x="644525"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3" name="Google Shape;4383;p25"/>
            <p:cNvSpPr/>
            <p:nvPr/>
          </p:nvSpPr>
          <p:spPr>
            <a:xfrm>
              <a:off x="6699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4" name="Google Shape;4384;p25"/>
            <p:cNvSpPr/>
            <p:nvPr/>
          </p:nvSpPr>
          <p:spPr>
            <a:xfrm>
              <a:off x="69532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5" name="Google Shape;4385;p25"/>
            <p:cNvSpPr/>
            <p:nvPr/>
          </p:nvSpPr>
          <p:spPr>
            <a:xfrm>
              <a:off x="7207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6" name="Google Shape;4386;p25"/>
            <p:cNvSpPr/>
            <p:nvPr/>
          </p:nvSpPr>
          <p:spPr>
            <a:xfrm>
              <a:off x="746125"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7" name="Google Shape;4387;p25"/>
            <p:cNvSpPr/>
            <p:nvPr/>
          </p:nvSpPr>
          <p:spPr>
            <a:xfrm>
              <a:off x="771525"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8" name="Google Shape;4388;p25"/>
            <p:cNvSpPr/>
            <p:nvPr/>
          </p:nvSpPr>
          <p:spPr>
            <a:xfrm>
              <a:off x="7969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89" name="Google Shape;4389;p25"/>
            <p:cNvSpPr/>
            <p:nvPr/>
          </p:nvSpPr>
          <p:spPr>
            <a:xfrm>
              <a:off x="822325"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0" name="Google Shape;4390;p25"/>
            <p:cNvSpPr/>
            <p:nvPr/>
          </p:nvSpPr>
          <p:spPr>
            <a:xfrm>
              <a:off x="8477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1" name="Google Shape;4391;p25"/>
            <p:cNvSpPr/>
            <p:nvPr/>
          </p:nvSpPr>
          <p:spPr>
            <a:xfrm>
              <a:off x="873125"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2" name="Google Shape;4392;p25"/>
            <p:cNvSpPr/>
            <p:nvPr/>
          </p:nvSpPr>
          <p:spPr>
            <a:xfrm>
              <a:off x="898525"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3" name="Google Shape;4393;p25"/>
            <p:cNvSpPr/>
            <p:nvPr/>
          </p:nvSpPr>
          <p:spPr>
            <a:xfrm>
              <a:off x="9239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4" name="Google Shape;4394;p25"/>
            <p:cNvSpPr/>
            <p:nvPr/>
          </p:nvSpPr>
          <p:spPr>
            <a:xfrm>
              <a:off x="949325"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5" name="Google Shape;4395;p25"/>
            <p:cNvSpPr/>
            <p:nvPr/>
          </p:nvSpPr>
          <p:spPr>
            <a:xfrm>
              <a:off x="974725"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6" name="Google Shape;4396;p25"/>
            <p:cNvSpPr/>
            <p:nvPr/>
          </p:nvSpPr>
          <p:spPr>
            <a:xfrm>
              <a:off x="10001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7" name="Google Shape;4397;p25"/>
            <p:cNvSpPr/>
            <p:nvPr/>
          </p:nvSpPr>
          <p:spPr>
            <a:xfrm>
              <a:off x="1025525"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8" name="Google Shape;4398;p25"/>
            <p:cNvSpPr/>
            <p:nvPr/>
          </p:nvSpPr>
          <p:spPr>
            <a:xfrm>
              <a:off x="10509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99" name="Google Shape;4399;p25"/>
            <p:cNvSpPr/>
            <p:nvPr/>
          </p:nvSpPr>
          <p:spPr>
            <a:xfrm>
              <a:off x="1076325"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0" name="Google Shape;4400;p25"/>
            <p:cNvSpPr/>
            <p:nvPr/>
          </p:nvSpPr>
          <p:spPr>
            <a:xfrm>
              <a:off x="110172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1" name="Google Shape;4401;p25"/>
            <p:cNvSpPr/>
            <p:nvPr/>
          </p:nvSpPr>
          <p:spPr>
            <a:xfrm>
              <a:off x="11271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2" name="Google Shape;4402;p25"/>
            <p:cNvSpPr/>
            <p:nvPr/>
          </p:nvSpPr>
          <p:spPr>
            <a:xfrm>
              <a:off x="1152525"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3" name="Google Shape;4403;p25"/>
            <p:cNvSpPr/>
            <p:nvPr/>
          </p:nvSpPr>
          <p:spPr>
            <a:xfrm>
              <a:off x="1177925"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4" name="Google Shape;4404;p25"/>
            <p:cNvSpPr/>
            <p:nvPr/>
          </p:nvSpPr>
          <p:spPr>
            <a:xfrm>
              <a:off x="12033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5" name="Google Shape;4405;p25"/>
            <p:cNvSpPr/>
            <p:nvPr/>
          </p:nvSpPr>
          <p:spPr>
            <a:xfrm>
              <a:off x="1228725"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6" name="Google Shape;4406;p25"/>
            <p:cNvSpPr/>
            <p:nvPr/>
          </p:nvSpPr>
          <p:spPr>
            <a:xfrm>
              <a:off x="12541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7" name="Google Shape;4407;p25"/>
            <p:cNvSpPr/>
            <p:nvPr/>
          </p:nvSpPr>
          <p:spPr>
            <a:xfrm>
              <a:off x="1279525"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8" name="Google Shape;4408;p25"/>
            <p:cNvSpPr/>
            <p:nvPr/>
          </p:nvSpPr>
          <p:spPr>
            <a:xfrm>
              <a:off x="1304925"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9" name="Google Shape;4409;p25"/>
            <p:cNvSpPr/>
            <p:nvPr/>
          </p:nvSpPr>
          <p:spPr>
            <a:xfrm>
              <a:off x="13303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0" name="Google Shape;4410;p25"/>
            <p:cNvSpPr/>
            <p:nvPr/>
          </p:nvSpPr>
          <p:spPr>
            <a:xfrm>
              <a:off x="1355725"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1" name="Google Shape;4411;p25"/>
            <p:cNvSpPr/>
            <p:nvPr/>
          </p:nvSpPr>
          <p:spPr>
            <a:xfrm>
              <a:off x="13811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2" name="Google Shape;4412;p25"/>
            <p:cNvSpPr/>
            <p:nvPr/>
          </p:nvSpPr>
          <p:spPr>
            <a:xfrm>
              <a:off x="1406525"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3" name="Google Shape;4413;p25"/>
            <p:cNvSpPr/>
            <p:nvPr/>
          </p:nvSpPr>
          <p:spPr>
            <a:xfrm>
              <a:off x="1431925"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4" name="Google Shape;4414;p25"/>
            <p:cNvSpPr/>
            <p:nvPr/>
          </p:nvSpPr>
          <p:spPr>
            <a:xfrm>
              <a:off x="14573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5" name="Google Shape;4415;p25"/>
            <p:cNvSpPr/>
            <p:nvPr/>
          </p:nvSpPr>
          <p:spPr>
            <a:xfrm>
              <a:off x="1482725"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6" name="Google Shape;4416;p25"/>
            <p:cNvSpPr/>
            <p:nvPr/>
          </p:nvSpPr>
          <p:spPr>
            <a:xfrm>
              <a:off x="1508125"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7" name="Google Shape;4417;p25"/>
            <p:cNvSpPr/>
            <p:nvPr/>
          </p:nvSpPr>
          <p:spPr>
            <a:xfrm>
              <a:off x="15335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8" name="Google Shape;4418;p25"/>
            <p:cNvSpPr/>
            <p:nvPr/>
          </p:nvSpPr>
          <p:spPr>
            <a:xfrm>
              <a:off x="155892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9" name="Google Shape;4419;p25"/>
            <p:cNvSpPr/>
            <p:nvPr/>
          </p:nvSpPr>
          <p:spPr>
            <a:xfrm>
              <a:off x="15843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0" name="Google Shape;4420;p25"/>
            <p:cNvSpPr/>
            <p:nvPr/>
          </p:nvSpPr>
          <p:spPr>
            <a:xfrm>
              <a:off x="1609725"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1" name="Google Shape;4421;p25"/>
            <p:cNvSpPr/>
            <p:nvPr/>
          </p:nvSpPr>
          <p:spPr>
            <a:xfrm>
              <a:off x="1635125"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2" name="Google Shape;4422;p25"/>
            <p:cNvSpPr/>
            <p:nvPr/>
          </p:nvSpPr>
          <p:spPr>
            <a:xfrm>
              <a:off x="1660525"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3" name="Google Shape;4423;p25"/>
            <p:cNvSpPr/>
            <p:nvPr/>
          </p:nvSpPr>
          <p:spPr>
            <a:xfrm>
              <a:off x="1685925" y="762000"/>
              <a:ext cx="31800" cy="381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4" name="Google Shape;4424;p25"/>
            <p:cNvSpPr/>
            <p:nvPr/>
          </p:nvSpPr>
          <p:spPr>
            <a:xfrm>
              <a:off x="1711325"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5" name="Google Shape;4425;p25"/>
            <p:cNvSpPr/>
            <p:nvPr/>
          </p:nvSpPr>
          <p:spPr>
            <a:xfrm>
              <a:off x="17367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6" name="Google Shape;4426;p25"/>
            <p:cNvSpPr/>
            <p:nvPr/>
          </p:nvSpPr>
          <p:spPr>
            <a:xfrm>
              <a:off x="1762125"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7" name="Google Shape;4427;p25"/>
            <p:cNvSpPr/>
            <p:nvPr/>
          </p:nvSpPr>
          <p:spPr>
            <a:xfrm>
              <a:off x="17875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8" name="Google Shape;4428;p25"/>
            <p:cNvSpPr/>
            <p:nvPr/>
          </p:nvSpPr>
          <p:spPr>
            <a:xfrm>
              <a:off x="1812925"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29" name="Google Shape;4429;p25"/>
            <p:cNvSpPr/>
            <p:nvPr/>
          </p:nvSpPr>
          <p:spPr>
            <a:xfrm>
              <a:off x="1838325"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0" name="Google Shape;4430;p25"/>
            <p:cNvSpPr/>
            <p:nvPr/>
          </p:nvSpPr>
          <p:spPr>
            <a:xfrm>
              <a:off x="18637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1" name="Google Shape;4431;p25"/>
            <p:cNvSpPr/>
            <p:nvPr/>
          </p:nvSpPr>
          <p:spPr>
            <a:xfrm>
              <a:off x="1889125"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2" name="Google Shape;4432;p25"/>
            <p:cNvSpPr/>
            <p:nvPr/>
          </p:nvSpPr>
          <p:spPr>
            <a:xfrm>
              <a:off x="19145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3" name="Google Shape;4433;p25"/>
            <p:cNvSpPr/>
            <p:nvPr/>
          </p:nvSpPr>
          <p:spPr>
            <a:xfrm>
              <a:off x="1939925"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4" name="Google Shape;4434;p25"/>
            <p:cNvSpPr/>
            <p:nvPr/>
          </p:nvSpPr>
          <p:spPr>
            <a:xfrm>
              <a:off x="196532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5" name="Google Shape;4435;p25"/>
            <p:cNvSpPr/>
            <p:nvPr/>
          </p:nvSpPr>
          <p:spPr>
            <a:xfrm>
              <a:off x="19907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6" name="Google Shape;4436;p25"/>
            <p:cNvSpPr/>
            <p:nvPr/>
          </p:nvSpPr>
          <p:spPr>
            <a:xfrm>
              <a:off x="2016125"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7" name="Google Shape;4437;p25"/>
            <p:cNvSpPr/>
            <p:nvPr/>
          </p:nvSpPr>
          <p:spPr>
            <a:xfrm>
              <a:off x="2041525"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8" name="Google Shape;4438;p25"/>
            <p:cNvSpPr/>
            <p:nvPr/>
          </p:nvSpPr>
          <p:spPr>
            <a:xfrm>
              <a:off x="20669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39" name="Google Shape;4439;p25"/>
            <p:cNvSpPr/>
            <p:nvPr/>
          </p:nvSpPr>
          <p:spPr>
            <a:xfrm>
              <a:off x="2092325"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0" name="Google Shape;4440;p25"/>
            <p:cNvSpPr/>
            <p:nvPr/>
          </p:nvSpPr>
          <p:spPr>
            <a:xfrm>
              <a:off x="21177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1" name="Google Shape;4441;p25"/>
            <p:cNvSpPr/>
            <p:nvPr/>
          </p:nvSpPr>
          <p:spPr>
            <a:xfrm>
              <a:off x="214312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2" name="Google Shape;4442;p25"/>
            <p:cNvSpPr/>
            <p:nvPr/>
          </p:nvSpPr>
          <p:spPr>
            <a:xfrm>
              <a:off x="2168525"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3" name="Google Shape;4443;p25"/>
            <p:cNvSpPr/>
            <p:nvPr/>
          </p:nvSpPr>
          <p:spPr>
            <a:xfrm>
              <a:off x="2193925" y="762000"/>
              <a:ext cx="31800" cy="381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4" name="Google Shape;4444;p25"/>
            <p:cNvSpPr/>
            <p:nvPr/>
          </p:nvSpPr>
          <p:spPr>
            <a:xfrm>
              <a:off x="2219325"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5" name="Google Shape;4445;p25"/>
            <p:cNvSpPr/>
            <p:nvPr/>
          </p:nvSpPr>
          <p:spPr>
            <a:xfrm>
              <a:off x="2244725"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6" name="Google Shape;4446;p25"/>
            <p:cNvSpPr/>
            <p:nvPr/>
          </p:nvSpPr>
          <p:spPr>
            <a:xfrm>
              <a:off x="22701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7" name="Google Shape;4447;p25"/>
            <p:cNvSpPr/>
            <p:nvPr/>
          </p:nvSpPr>
          <p:spPr>
            <a:xfrm>
              <a:off x="2295525"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8" name="Google Shape;4448;p25"/>
            <p:cNvSpPr/>
            <p:nvPr/>
          </p:nvSpPr>
          <p:spPr>
            <a:xfrm>
              <a:off x="23209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9" name="Google Shape;4449;p25"/>
            <p:cNvSpPr/>
            <p:nvPr/>
          </p:nvSpPr>
          <p:spPr>
            <a:xfrm>
              <a:off x="2346325"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0" name="Google Shape;4450;p25"/>
            <p:cNvSpPr/>
            <p:nvPr/>
          </p:nvSpPr>
          <p:spPr>
            <a:xfrm>
              <a:off x="2371725"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1" name="Google Shape;4451;p25"/>
            <p:cNvSpPr/>
            <p:nvPr/>
          </p:nvSpPr>
          <p:spPr>
            <a:xfrm>
              <a:off x="23971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2" name="Google Shape;4452;p25"/>
            <p:cNvSpPr/>
            <p:nvPr/>
          </p:nvSpPr>
          <p:spPr>
            <a:xfrm>
              <a:off x="24225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3" name="Google Shape;4453;p25"/>
            <p:cNvSpPr/>
            <p:nvPr/>
          </p:nvSpPr>
          <p:spPr>
            <a:xfrm>
              <a:off x="2447925"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4" name="Google Shape;4454;p25"/>
            <p:cNvSpPr/>
            <p:nvPr/>
          </p:nvSpPr>
          <p:spPr>
            <a:xfrm>
              <a:off x="24733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5" name="Google Shape;4455;p25"/>
            <p:cNvSpPr/>
            <p:nvPr/>
          </p:nvSpPr>
          <p:spPr>
            <a:xfrm>
              <a:off x="2498725"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6" name="Google Shape;4456;p25"/>
            <p:cNvSpPr/>
            <p:nvPr/>
          </p:nvSpPr>
          <p:spPr>
            <a:xfrm>
              <a:off x="25241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7" name="Google Shape;4457;p25"/>
            <p:cNvSpPr/>
            <p:nvPr/>
          </p:nvSpPr>
          <p:spPr>
            <a:xfrm>
              <a:off x="254952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8" name="Google Shape;4458;p25"/>
            <p:cNvSpPr/>
            <p:nvPr/>
          </p:nvSpPr>
          <p:spPr>
            <a:xfrm>
              <a:off x="2574925"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9" name="Google Shape;4459;p25"/>
            <p:cNvSpPr/>
            <p:nvPr/>
          </p:nvSpPr>
          <p:spPr>
            <a:xfrm>
              <a:off x="26003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0" name="Google Shape;4460;p25"/>
            <p:cNvSpPr/>
            <p:nvPr/>
          </p:nvSpPr>
          <p:spPr>
            <a:xfrm>
              <a:off x="2625725"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1" name="Google Shape;4461;p25"/>
            <p:cNvSpPr/>
            <p:nvPr/>
          </p:nvSpPr>
          <p:spPr>
            <a:xfrm>
              <a:off x="26511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2" name="Google Shape;4462;p25"/>
            <p:cNvSpPr/>
            <p:nvPr/>
          </p:nvSpPr>
          <p:spPr>
            <a:xfrm>
              <a:off x="2676525"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3" name="Google Shape;4463;p25"/>
            <p:cNvSpPr/>
            <p:nvPr/>
          </p:nvSpPr>
          <p:spPr>
            <a:xfrm>
              <a:off x="2701925"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4" name="Google Shape;4464;p25"/>
            <p:cNvSpPr/>
            <p:nvPr/>
          </p:nvSpPr>
          <p:spPr>
            <a:xfrm>
              <a:off x="2727325" y="762000"/>
              <a:ext cx="31800" cy="381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5" name="Google Shape;4465;p25"/>
            <p:cNvSpPr/>
            <p:nvPr/>
          </p:nvSpPr>
          <p:spPr>
            <a:xfrm>
              <a:off x="2752725"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6" name="Google Shape;4466;p25"/>
            <p:cNvSpPr/>
            <p:nvPr/>
          </p:nvSpPr>
          <p:spPr>
            <a:xfrm>
              <a:off x="2778125"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7" name="Google Shape;4467;p25"/>
            <p:cNvSpPr/>
            <p:nvPr/>
          </p:nvSpPr>
          <p:spPr>
            <a:xfrm>
              <a:off x="28035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8" name="Google Shape;4468;p25"/>
            <p:cNvSpPr/>
            <p:nvPr/>
          </p:nvSpPr>
          <p:spPr>
            <a:xfrm>
              <a:off x="2828925"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9" name="Google Shape;4469;p25"/>
            <p:cNvSpPr/>
            <p:nvPr/>
          </p:nvSpPr>
          <p:spPr>
            <a:xfrm>
              <a:off x="28543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0" name="Google Shape;4470;p25"/>
            <p:cNvSpPr/>
            <p:nvPr/>
          </p:nvSpPr>
          <p:spPr>
            <a:xfrm>
              <a:off x="287972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1" name="Google Shape;4471;p25"/>
            <p:cNvSpPr/>
            <p:nvPr/>
          </p:nvSpPr>
          <p:spPr>
            <a:xfrm>
              <a:off x="2905125"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2" name="Google Shape;4472;p25"/>
            <p:cNvSpPr/>
            <p:nvPr/>
          </p:nvSpPr>
          <p:spPr>
            <a:xfrm>
              <a:off x="29305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3" name="Google Shape;4473;p25"/>
            <p:cNvSpPr/>
            <p:nvPr/>
          </p:nvSpPr>
          <p:spPr>
            <a:xfrm>
              <a:off x="2955925"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4" name="Google Shape;4474;p25"/>
            <p:cNvSpPr/>
            <p:nvPr/>
          </p:nvSpPr>
          <p:spPr>
            <a:xfrm>
              <a:off x="298132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5" name="Google Shape;4475;p25"/>
            <p:cNvSpPr/>
            <p:nvPr/>
          </p:nvSpPr>
          <p:spPr>
            <a:xfrm>
              <a:off x="30067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6" name="Google Shape;4476;p25"/>
            <p:cNvSpPr/>
            <p:nvPr/>
          </p:nvSpPr>
          <p:spPr>
            <a:xfrm>
              <a:off x="3032125"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7" name="Google Shape;4477;p25"/>
            <p:cNvSpPr/>
            <p:nvPr/>
          </p:nvSpPr>
          <p:spPr>
            <a:xfrm>
              <a:off x="30575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8" name="Google Shape;4478;p25"/>
            <p:cNvSpPr/>
            <p:nvPr/>
          </p:nvSpPr>
          <p:spPr>
            <a:xfrm>
              <a:off x="3082925"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79" name="Google Shape;4479;p25"/>
            <p:cNvSpPr/>
            <p:nvPr/>
          </p:nvSpPr>
          <p:spPr>
            <a:xfrm>
              <a:off x="3108325"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0" name="Google Shape;4480;p25"/>
            <p:cNvSpPr/>
            <p:nvPr/>
          </p:nvSpPr>
          <p:spPr>
            <a:xfrm>
              <a:off x="31337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1" name="Google Shape;4481;p25"/>
            <p:cNvSpPr/>
            <p:nvPr/>
          </p:nvSpPr>
          <p:spPr>
            <a:xfrm>
              <a:off x="3159125"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2" name="Google Shape;4482;p25"/>
            <p:cNvSpPr/>
            <p:nvPr/>
          </p:nvSpPr>
          <p:spPr>
            <a:xfrm>
              <a:off x="31845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3" name="Google Shape;4483;p25"/>
            <p:cNvSpPr/>
            <p:nvPr/>
          </p:nvSpPr>
          <p:spPr>
            <a:xfrm>
              <a:off x="3209925"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4" name="Google Shape;4484;p25"/>
            <p:cNvSpPr/>
            <p:nvPr/>
          </p:nvSpPr>
          <p:spPr>
            <a:xfrm>
              <a:off x="3235325"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5" name="Google Shape;4485;p25"/>
            <p:cNvSpPr/>
            <p:nvPr/>
          </p:nvSpPr>
          <p:spPr>
            <a:xfrm>
              <a:off x="32607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6" name="Google Shape;4486;p25"/>
            <p:cNvSpPr/>
            <p:nvPr/>
          </p:nvSpPr>
          <p:spPr>
            <a:xfrm>
              <a:off x="328612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7" name="Google Shape;4487;p25"/>
            <p:cNvSpPr/>
            <p:nvPr/>
          </p:nvSpPr>
          <p:spPr>
            <a:xfrm>
              <a:off x="3311525"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8" name="Google Shape;4488;p25"/>
            <p:cNvSpPr/>
            <p:nvPr/>
          </p:nvSpPr>
          <p:spPr>
            <a:xfrm>
              <a:off x="33369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89" name="Google Shape;4489;p25"/>
            <p:cNvSpPr/>
            <p:nvPr/>
          </p:nvSpPr>
          <p:spPr>
            <a:xfrm>
              <a:off x="3362325"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0" name="Google Shape;4490;p25"/>
            <p:cNvSpPr/>
            <p:nvPr/>
          </p:nvSpPr>
          <p:spPr>
            <a:xfrm>
              <a:off x="33877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1" name="Google Shape;4491;p25"/>
            <p:cNvSpPr/>
            <p:nvPr/>
          </p:nvSpPr>
          <p:spPr>
            <a:xfrm>
              <a:off x="341312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2" name="Google Shape;4492;p25"/>
            <p:cNvSpPr/>
            <p:nvPr/>
          </p:nvSpPr>
          <p:spPr>
            <a:xfrm>
              <a:off x="3438525"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3" name="Google Shape;4493;p25"/>
            <p:cNvSpPr/>
            <p:nvPr/>
          </p:nvSpPr>
          <p:spPr>
            <a:xfrm>
              <a:off x="34639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4" name="Google Shape;4494;p25"/>
            <p:cNvSpPr/>
            <p:nvPr/>
          </p:nvSpPr>
          <p:spPr>
            <a:xfrm>
              <a:off x="3489325"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5" name="Google Shape;4495;p25"/>
            <p:cNvSpPr/>
            <p:nvPr/>
          </p:nvSpPr>
          <p:spPr>
            <a:xfrm>
              <a:off x="3514725"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6" name="Google Shape;4496;p25"/>
            <p:cNvSpPr/>
            <p:nvPr/>
          </p:nvSpPr>
          <p:spPr>
            <a:xfrm>
              <a:off x="35401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7" name="Google Shape;4497;p25"/>
            <p:cNvSpPr/>
            <p:nvPr/>
          </p:nvSpPr>
          <p:spPr>
            <a:xfrm>
              <a:off x="3565525"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8" name="Google Shape;4498;p25"/>
            <p:cNvSpPr/>
            <p:nvPr/>
          </p:nvSpPr>
          <p:spPr>
            <a:xfrm>
              <a:off x="35909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99" name="Google Shape;4499;p25"/>
            <p:cNvSpPr/>
            <p:nvPr/>
          </p:nvSpPr>
          <p:spPr>
            <a:xfrm>
              <a:off x="3616325"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0" name="Google Shape;4500;p25"/>
            <p:cNvSpPr/>
            <p:nvPr/>
          </p:nvSpPr>
          <p:spPr>
            <a:xfrm>
              <a:off x="3641725"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1" name="Google Shape;4501;p25"/>
            <p:cNvSpPr/>
            <p:nvPr/>
          </p:nvSpPr>
          <p:spPr>
            <a:xfrm>
              <a:off x="36671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2" name="Google Shape;4502;p25"/>
            <p:cNvSpPr/>
            <p:nvPr/>
          </p:nvSpPr>
          <p:spPr>
            <a:xfrm>
              <a:off x="3692525"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3" name="Google Shape;4503;p25"/>
            <p:cNvSpPr/>
            <p:nvPr/>
          </p:nvSpPr>
          <p:spPr>
            <a:xfrm>
              <a:off x="37179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4" name="Google Shape;4504;p25"/>
            <p:cNvSpPr/>
            <p:nvPr/>
          </p:nvSpPr>
          <p:spPr>
            <a:xfrm>
              <a:off x="374332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5" name="Google Shape;4505;p25"/>
            <p:cNvSpPr/>
            <p:nvPr/>
          </p:nvSpPr>
          <p:spPr>
            <a:xfrm>
              <a:off x="3768725"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6" name="Google Shape;4506;p25"/>
            <p:cNvSpPr/>
            <p:nvPr/>
          </p:nvSpPr>
          <p:spPr>
            <a:xfrm>
              <a:off x="37941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7" name="Google Shape;4507;p25"/>
            <p:cNvSpPr/>
            <p:nvPr/>
          </p:nvSpPr>
          <p:spPr>
            <a:xfrm>
              <a:off x="3819525"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8" name="Google Shape;4508;p25"/>
            <p:cNvSpPr/>
            <p:nvPr/>
          </p:nvSpPr>
          <p:spPr>
            <a:xfrm>
              <a:off x="384492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09" name="Google Shape;4509;p25"/>
            <p:cNvSpPr/>
            <p:nvPr/>
          </p:nvSpPr>
          <p:spPr>
            <a:xfrm>
              <a:off x="38703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0" name="Google Shape;4510;p25"/>
            <p:cNvSpPr/>
            <p:nvPr/>
          </p:nvSpPr>
          <p:spPr>
            <a:xfrm>
              <a:off x="3895725"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1" name="Google Shape;4511;p25"/>
            <p:cNvSpPr/>
            <p:nvPr/>
          </p:nvSpPr>
          <p:spPr>
            <a:xfrm>
              <a:off x="39211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2" name="Google Shape;4512;p25"/>
            <p:cNvSpPr/>
            <p:nvPr/>
          </p:nvSpPr>
          <p:spPr>
            <a:xfrm>
              <a:off x="3946525"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3" name="Google Shape;4513;p25"/>
            <p:cNvSpPr/>
            <p:nvPr/>
          </p:nvSpPr>
          <p:spPr>
            <a:xfrm>
              <a:off x="3971925"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4" name="Google Shape;4514;p25"/>
            <p:cNvSpPr/>
            <p:nvPr/>
          </p:nvSpPr>
          <p:spPr>
            <a:xfrm>
              <a:off x="39973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5" name="Google Shape;4515;p25"/>
            <p:cNvSpPr/>
            <p:nvPr/>
          </p:nvSpPr>
          <p:spPr>
            <a:xfrm>
              <a:off x="4022725"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6" name="Google Shape;4516;p25"/>
            <p:cNvSpPr/>
            <p:nvPr/>
          </p:nvSpPr>
          <p:spPr>
            <a:xfrm>
              <a:off x="4048125"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7" name="Google Shape;4517;p25"/>
            <p:cNvSpPr/>
            <p:nvPr/>
          </p:nvSpPr>
          <p:spPr>
            <a:xfrm>
              <a:off x="40735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8" name="Google Shape;4518;p25"/>
            <p:cNvSpPr/>
            <p:nvPr/>
          </p:nvSpPr>
          <p:spPr>
            <a:xfrm>
              <a:off x="4098925"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19" name="Google Shape;4519;p25"/>
            <p:cNvSpPr/>
            <p:nvPr/>
          </p:nvSpPr>
          <p:spPr>
            <a:xfrm>
              <a:off x="41243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0" name="Google Shape;4520;p25"/>
            <p:cNvSpPr/>
            <p:nvPr/>
          </p:nvSpPr>
          <p:spPr>
            <a:xfrm>
              <a:off x="414972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1" name="Google Shape;4521;p25"/>
            <p:cNvSpPr/>
            <p:nvPr/>
          </p:nvSpPr>
          <p:spPr>
            <a:xfrm>
              <a:off x="4175125"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522" name="Google Shape;4522;p25"/>
          <p:cNvSpPr/>
          <p:nvPr/>
        </p:nvSpPr>
        <p:spPr>
          <a:xfrm>
            <a:off x="238125" y="2589848"/>
            <a:ext cx="2889300" cy="381000"/>
          </a:xfrm>
          <a:prstGeom prst="rect">
            <a:avLst/>
          </a:prstGeom>
          <a:solidFill>
            <a:srgbClr val="B4F2FB"/>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3" name="Google Shape;4523;p25"/>
          <p:cNvSpPr/>
          <p:nvPr/>
        </p:nvSpPr>
        <p:spPr>
          <a:xfrm>
            <a:off x="238125" y="2970848"/>
            <a:ext cx="2889300" cy="1410600"/>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4" name="Google Shape;4524;p25"/>
          <p:cNvSpPr txBox="1"/>
          <p:nvPr/>
        </p:nvSpPr>
        <p:spPr>
          <a:xfrm>
            <a:off x="238125" y="2589848"/>
            <a:ext cx="28893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b="1" dirty="0">
                <a:solidFill>
                  <a:schemeClr val="tx1"/>
                </a:solidFill>
              </a:rPr>
              <a:t>Continued Downtrend Phase</a:t>
            </a:r>
          </a:p>
        </p:txBody>
      </p:sp>
      <p:sp>
        <p:nvSpPr>
          <p:cNvPr id="4525" name="Google Shape;4525;p25"/>
          <p:cNvSpPr txBox="1"/>
          <p:nvPr/>
        </p:nvSpPr>
        <p:spPr>
          <a:xfrm>
            <a:off x="314325" y="2970848"/>
            <a:ext cx="2736900" cy="1410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a:solidFill>
                  <a:srgbClr val="333333"/>
                </a:solidFill>
              </a:rPr>
              <a:t>Strengthen short positions and maintain hedge ratio</a:t>
            </a:r>
            <a:endParaRPr lang="en-US" altLang="ja" dirty="0">
              <a:solidFill>
                <a:srgbClr val="333333"/>
              </a:solidFill>
            </a:endParaRPr>
          </a:p>
        </p:txBody>
      </p:sp>
      <p:sp>
        <p:nvSpPr>
          <p:cNvPr id="4526" name="Google Shape;4526;p25"/>
          <p:cNvSpPr/>
          <p:nvPr/>
        </p:nvSpPr>
        <p:spPr>
          <a:xfrm>
            <a:off x="3127375" y="1992630"/>
            <a:ext cx="2889300" cy="381000"/>
          </a:xfrm>
          <a:prstGeom prst="rect">
            <a:avLst/>
          </a:prstGeom>
          <a:solidFill>
            <a:srgbClr val="7BE9F7"/>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7" name="Google Shape;4527;p25"/>
          <p:cNvSpPr/>
          <p:nvPr/>
        </p:nvSpPr>
        <p:spPr>
          <a:xfrm>
            <a:off x="3127375" y="2373630"/>
            <a:ext cx="2889300" cy="2007900"/>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28" name="Google Shape;4528;p25"/>
          <p:cNvSpPr txBox="1"/>
          <p:nvPr/>
        </p:nvSpPr>
        <p:spPr>
          <a:xfrm>
            <a:off x="3127375" y="1992630"/>
            <a:ext cx="28893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b="1" dirty="0">
                <a:solidFill>
                  <a:schemeClr val="tx1"/>
                </a:solidFill>
              </a:rPr>
              <a:t>Rebound Signal Phase</a:t>
            </a:r>
          </a:p>
        </p:txBody>
      </p:sp>
      <p:sp>
        <p:nvSpPr>
          <p:cNvPr id="4529" name="Google Shape;4529;p25"/>
          <p:cNvSpPr txBox="1"/>
          <p:nvPr/>
        </p:nvSpPr>
        <p:spPr>
          <a:xfrm>
            <a:off x="3203575" y="2373630"/>
            <a:ext cx="2736900" cy="2007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dirty="0">
                <a:solidFill>
                  <a:srgbClr val="333333"/>
                </a:solidFill>
              </a:rPr>
              <a:t>Gradually unwind hedge and consider BTC accumulation</a:t>
            </a:r>
          </a:p>
        </p:txBody>
      </p:sp>
      <p:sp>
        <p:nvSpPr>
          <p:cNvPr id="4530" name="Google Shape;4530;p25"/>
          <p:cNvSpPr/>
          <p:nvPr/>
        </p:nvSpPr>
        <p:spPr>
          <a:xfrm>
            <a:off x="6016625" y="1395413"/>
            <a:ext cx="2889300" cy="381000"/>
          </a:xfrm>
          <a:prstGeom prst="rect">
            <a:avLst/>
          </a:prstGeom>
          <a:solidFill>
            <a:srgbClr val="43DFF4"/>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1" name="Google Shape;4531;p25"/>
          <p:cNvSpPr/>
          <p:nvPr/>
        </p:nvSpPr>
        <p:spPr>
          <a:xfrm>
            <a:off x="6016625" y="1776413"/>
            <a:ext cx="2889300" cy="2605200"/>
          </a:xfrm>
          <a:prstGeom prst="rect">
            <a:avLst/>
          </a:prstGeom>
          <a:solidFill>
            <a:srgbClr val="F9FAFA"/>
          </a:solidFill>
          <a:ln w="9525" cap="flat" cmpd="sng">
            <a:solidFill>
              <a:srgbClr val="D3DDD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2" name="Google Shape;4532;p25"/>
          <p:cNvSpPr txBox="1"/>
          <p:nvPr/>
        </p:nvSpPr>
        <p:spPr>
          <a:xfrm>
            <a:off x="6016625" y="1395413"/>
            <a:ext cx="2889300" cy="3810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ltLang="ja" b="1" dirty="0">
                <a:solidFill>
                  <a:schemeClr val="tx1"/>
                </a:solidFill>
              </a:rPr>
              <a:t>Stable Growth Phase</a:t>
            </a:r>
          </a:p>
        </p:txBody>
      </p:sp>
      <p:sp>
        <p:nvSpPr>
          <p:cNvPr id="4533" name="Google Shape;4533;p25"/>
          <p:cNvSpPr txBox="1"/>
          <p:nvPr/>
        </p:nvSpPr>
        <p:spPr>
          <a:xfrm>
            <a:off x="6092825" y="1776413"/>
            <a:ext cx="2736900" cy="260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a:solidFill>
                  <a:srgbClr val="333333"/>
                </a:solidFill>
              </a:rPr>
              <a:t>Dollar-cost averaging and yield strategy deployment</a:t>
            </a:r>
            <a:endParaRPr lang="en-US" dirty="0">
              <a:solidFill>
                <a:srgbClr val="333333"/>
              </a:solidFill>
            </a:endParaRPr>
          </a:p>
        </p:txBody>
      </p:sp>
      <p:grpSp>
        <p:nvGrpSpPr>
          <p:cNvPr id="4534" name="Google Shape;4534;p25"/>
          <p:cNvGrpSpPr/>
          <p:nvPr/>
        </p:nvGrpSpPr>
        <p:grpSpPr>
          <a:xfrm>
            <a:off x="0" y="5086350"/>
            <a:ext cx="9150400" cy="57300"/>
            <a:chOff x="0" y="5086350"/>
            <a:chExt cx="9150400" cy="57300"/>
          </a:xfrm>
        </p:grpSpPr>
        <p:sp>
          <p:nvSpPr>
            <p:cNvPr id="4535" name="Google Shape;4535;p25"/>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6" name="Google Shape;4536;p25"/>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7" name="Google Shape;4537;p25"/>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8" name="Google Shape;4538;p25"/>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39" name="Google Shape;4539;p25"/>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0" name="Google Shape;4540;p25"/>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1" name="Google Shape;4541;p25"/>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2" name="Google Shape;4542;p25"/>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3" name="Google Shape;4543;p25"/>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4" name="Google Shape;4544;p25"/>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5" name="Google Shape;4545;p25"/>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6" name="Google Shape;4546;p25"/>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7" name="Google Shape;4547;p25"/>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8" name="Google Shape;4548;p25"/>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49" name="Google Shape;4549;p25"/>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0" name="Google Shape;4550;p25"/>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1" name="Google Shape;4551;p25"/>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2" name="Google Shape;4552;p25"/>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3" name="Google Shape;4553;p25"/>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4" name="Google Shape;4554;p25"/>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5" name="Google Shape;4555;p25"/>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6" name="Google Shape;4556;p25"/>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7" name="Google Shape;4557;p25"/>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8" name="Google Shape;4558;p25"/>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59" name="Google Shape;4559;p25"/>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0" name="Google Shape;4560;p25"/>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1" name="Google Shape;4561;p25"/>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2" name="Google Shape;4562;p25"/>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3" name="Google Shape;4563;p25"/>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4" name="Google Shape;4564;p25"/>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5" name="Google Shape;4565;p25"/>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6" name="Google Shape;4566;p25"/>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7" name="Google Shape;4567;p25"/>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8" name="Google Shape;4568;p25"/>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69" name="Google Shape;4569;p25"/>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0" name="Google Shape;4570;p25"/>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1" name="Google Shape;4571;p25"/>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2" name="Google Shape;4572;p25"/>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3" name="Google Shape;4573;p25"/>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4" name="Google Shape;4574;p25"/>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5" name="Google Shape;4575;p25"/>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6" name="Google Shape;4576;p25"/>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7" name="Google Shape;4577;p25"/>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8" name="Google Shape;4578;p25"/>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79" name="Google Shape;4579;p25"/>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0" name="Google Shape;4580;p25"/>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1" name="Google Shape;4581;p25"/>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2" name="Google Shape;4582;p25"/>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3" name="Google Shape;4583;p25"/>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4" name="Google Shape;4584;p25"/>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5" name="Google Shape;4585;p25"/>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6" name="Google Shape;4586;p25"/>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7" name="Google Shape;4587;p25"/>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8" name="Google Shape;4588;p25"/>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89" name="Google Shape;4589;p25"/>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0" name="Google Shape;4590;p25"/>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1" name="Google Shape;4591;p25"/>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2" name="Google Shape;4592;p25"/>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3" name="Google Shape;4593;p25"/>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4" name="Google Shape;4594;p25"/>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5" name="Google Shape;4595;p25"/>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6" name="Google Shape;4596;p25"/>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7" name="Google Shape;4597;p25"/>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8" name="Google Shape;4598;p25"/>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599" name="Google Shape;4599;p25"/>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0" name="Google Shape;4600;p25"/>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1" name="Google Shape;4601;p25"/>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2" name="Google Shape;4602;p25"/>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3" name="Google Shape;4603;p25"/>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4" name="Google Shape;4604;p25"/>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5" name="Google Shape;4605;p25"/>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6" name="Google Shape;4606;p25"/>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7" name="Google Shape;4607;p25"/>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8" name="Google Shape;4608;p25"/>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09" name="Google Shape;4609;p25"/>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0" name="Google Shape;4610;p25"/>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1" name="Google Shape;4611;p25"/>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2" name="Google Shape;4612;p25"/>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3" name="Google Shape;4613;p25"/>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4" name="Google Shape;4614;p25"/>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5" name="Google Shape;4615;p25"/>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6" name="Google Shape;4616;p25"/>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7" name="Google Shape;4617;p25"/>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8" name="Google Shape;4618;p25"/>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9" name="Google Shape;4619;p25"/>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0" name="Google Shape;4620;p25"/>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1" name="Google Shape;4621;p25"/>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2" name="Google Shape;4622;p25"/>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3" name="Google Shape;4623;p25"/>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4" name="Google Shape;4624;p25"/>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5" name="Google Shape;4625;p25"/>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6" name="Google Shape;4626;p25"/>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7" name="Google Shape;4627;p25"/>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8" name="Google Shape;4628;p25"/>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29" name="Google Shape;4629;p25"/>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0" name="Google Shape;4630;p25"/>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1" name="Google Shape;4631;p25"/>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2" name="Google Shape;4632;p25"/>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3" name="Google Shape;4633;p25"/>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4" name="Google Shape;4634;p25"/>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5" name="Google Shape;4635;p25"/>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6" name="Google Shape;4636;p25"/>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7" name="Google Shape;4637;p25"/>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8" name="Google Shape;4638;p25"/>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39" name="Google Shape;4639;p25"/>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0" name="Google Shape;4640;p25"/>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1" name="Google Shape;4641;p25"/>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2" name="Google Shape;4642;p25"/>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3" name="Google Shape;4643;p25"/>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4" name="Google Shape;4644;p25"/>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5" name="Google Shape;4645;p25"/>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6" name="Google Shape;4646;p25"/>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7" name="Google Shape;4647;p25"/>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8" name="Google Shape;4648;p25"/>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49" name="Google Shape;4649;p25"/>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0" name="Google Shape;4650;p25"/>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1" name="Google Shape;4651;p25"/>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2" name="Google Shape;4652;p25"/>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3" name="Google Shape;4653;p25"/>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4" name="Google Shape;4654;p25"/>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5" name="Google Shape;4655;p25"/>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6" name="Google Shape;4656;p25"/>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7" name="Google Shape;4657;p25"/>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8" name="Google Shape;4658;p25"/>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59" name="Google Shape;4659;p25"/>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0" name="Google Shape;4660;p25"/>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1" name="Google Shape;4661;p25"/>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2" name="Google Shape;4662;p25"/>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3" name="Google Shape;4663;p25"/>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4" name="Google Shape;4664;p25"/>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5" name="Google Shape;4665;p25"/>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6" name="Google Shape;4666;p25"/>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7" name="Google Shape;4667;p25"/>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8" name="Google Shape;4668;p25"/>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69" name="Google Shape;4669;p25"/>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0" name="Google Shape;4670;p25"/>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1" name="Google Shape;4671;p25"/>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2" name="Google Shape;4672;p25"/>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3" name="Google Shape;4673;p25"/>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4" name="Google Shape;4674;p25"/>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5" name="Google Shape;4675;p25"/>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6" name="Google Shape;4676;p25"/>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7" name="Google Shape;4677;p25"/>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8" name="Google Shape;4678;p25"/>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79" name="Google Shape;4679;p25"/>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0" name="Google Shape;4680;p25"/>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1" name="Google Shape;4681;p25"/>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2" name="Google Shape;4682;p25"/>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3" name="Google Shape;4683;p25"/>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4" name="Google Shape;4684;p25"/>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5" name="Google Shape;4685;p25"/>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6" name="Google Shape;4686;p25"/>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7" name="Google Shape;4687;p25"/>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8" name="Google Shape;4688;p25"/>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89" name="Google Shape;4689;p25"/>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0" name="Google Shape;4690;p25"/>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1" name="Google Shape;4691;p25"/>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2" name="Google Shape;4692;p25"/>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3" name="Google Shape;4693;p25"/>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4" name="Google Shape;4694;p25"/>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5" name="Google Shape;4695;p25"/>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6" name="Google Shape;4696;p25"/>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7" name="Google Shape;4697;p25"/>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8" name="Google Shape;4698;p25"/>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9" name="Google Shape;4699;p25"/>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0" name="Google Shape;4700;p25"/>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1" name="Google Shape;4701;p25"/>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2" name="Google Shape;4702;p25"/>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3" name="Google Shape;4703;p25"/>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4" name="Google Shape;4704;p25"/>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5" name="Google Shape;4705;p25"/>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6" name="Google Shape;4706;p25"/>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7" name="Google Shape;4707;p25"/>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8" name="Google Shape;4708;p25"/>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09" name="Google Shape;4709;p25"/>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0" name="Google Shape;4710;p25"/>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1" name="Google Shape;4711;p25"/>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2" name="Google Shape;4712;p25"/>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3" name="Google Shape;4713;p25"/>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4" name="Google Shape;4714;p25"/>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5" name="Google Shape;4715;p25"/>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6" name="Google Shape;4716;p25"/>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7" name="Google Shape;4717;p25"/>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8" name="Google Shape;4718;p25"/>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19" name="Google Shape;4719;p25"/>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0" name="Google Shape;4720;p25"/>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1" name="Google Shape;4721;p25"/>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2" name="Google Shape;4722;p25"/>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3" name="Google Shape;4723;p25"/>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4" name="Google Shape;4724;p25"/>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5" name="Google Shape;4725;p25"/>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6" name="Google Shape;4726;p25"/>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7" name="Google Shape;4727;p25"/>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8" name="Google Shape;4728;p25"/>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29" name="Google Shape;4729;p25"/>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0" name="Google Shape;4730;p25"/>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1" name="Google Shape;4731;p25"/>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2" name="Google Shape;4732;p25"/>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3" name="Google Shape;4733;p25"/>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4" name="Google Shape;4734;p25"/>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5" name="Google Shape;4735;p25"/>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6" name="Google Shape;4736;p25"/>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7" name="Google Shape;4737;p25"/>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8" name="Google Shape;4738;p25"/>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39" name="Google Shape;4739;p25"/>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0" name="Google Shape;4740;p25"/>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1" name="Google Shape;4741;p25"/>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2" name="Google Shape;4742;p25"/>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3" name="Google Shape;4743;p25"/>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4" name="Google Shape;4744;p25"/>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5" name="Google Shape;4745;p25"/>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6" name="Google Shape;4746;p25"/>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7" name="Google Shape;4747;p25"/>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8" name="Google Shape;4748;p25"/>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49" name="Google Shape;4749;p25"/>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0" name="Google Shape;4750;p25"/>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1" name="Google Shape;4751;p25"/>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2" name="Google Shape;4752;p25"/>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3" name="Google Shape;4753;p25"/>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4" name="Google Shape;4754;p25"/>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5" name="Google Shape;4755;p25"/>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6" name="Google Shape;4756;p25"/>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7" name="Google Shape;4757;p25"/>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8" name="Google Shape;4758;p25"/>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59" name="Google Shape;4759;p25"/>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0" name="Google Shape;4760;p25"/>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1" name="Google Shape;4761;p25"/>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2" name="Google Shape;4762;p25"/>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3" name="Google Shape;4763;p25"/>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4" name="Google Shape;4764;p25"/>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5" name="Google Shape;4765;p25"/>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6" name="Google Shape;4766;p25"/>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7" name="Google Shape;4767;p25"/>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8" name="Google Shape;4768;p25"/>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69" name="Google Shape;4769;p25"/>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0" name="Google Shape;4770;p25"/>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1" name="Google Shape;4771;p25"/>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2" name="Google Shape;4772;p25"/>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3" name="Google Shape;4773;p25"/>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4" name="Google Shape;4774;p25"/>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5" name="Google Shape;4775;p25"/>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6" name="Google Shape;4776;p25"/>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7" name="Google Shape;4777;p25"/>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8" name="Google Shape;4778;p25"/>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79" name="Google Shape;4779;p25"/>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0" name="Google Shape;4780;p25"/>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1" name="Google Shape;4781;p25"/>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2" name="Google Shape;4782;p25"/>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3" name="Google Shape;4783;p25"/>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4" name="Google Shape;4784;p25"/>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5" name="Google Shape;4785;p25"/>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6" name="Google Shape;4786;p25"/>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7" name="Google Shape;4787;p25"/>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8" name="Google Shape;4788;p25"/>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89" name="Google Shape;4789;p25"/>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0" name="Google Shape;4790;p25"/>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1" name="Google Shape;4791;p25"/>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2" name="Google Shape;4792;p25"/>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3" name="Google Shape;4793;p25"/>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4" name="Google Shape;4794;p25"/>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5" name="Google Shape;4795;p25"/>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6" name="Google Shape;4796;p25"/>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7" name="Google Shape;4797;p25"/>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8" name="Google Shape;4798;p25"/>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799" name="Google Shape;4799;p25"/>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0" name="Google Shape;4800;p25"/>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1" name="Google Shape;4801;p25"/>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2" name="Google Shape;4802;p25"/>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3" name="Google Shape;4803;p25"/>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4" name="Google Shape;4804;p25"/>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5" name="Google Shape;4805;p25"/>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6" name="Google Shape;4806;p25"/>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7" name="Google Shape;4807;p25"/>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8" name="Google Shape;4808;p25"/>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09" name="Google Shape;4809;p25"/>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0" name="Google Shape;4810;p25"/>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1" name="Google Shape;4811;p25"/>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2" name="Google Shape;4812;p25"/>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3" name="Google Shape;4813;p25"/>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4" name="Google Shape;4814;p25"/>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5" name="Google Shape;4815;p25"/>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6" name="Google Shape;4816;p25"/>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7" name="Google Shape;4817;p25"/>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8" name="Google Shape;4818;p25"/>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19" name="Google Shape;4819;p25"/>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0" name="Google Shape;4820;p25"/>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1" name="Google Shape;4821;p25"/>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2" name="Google Shape;4822;p25"/>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3" name="Google Shape;4823;p25"/>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4" name="Google Shape;4824;p25"/>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5" name="Google Shape;4825;p25"/>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6" name="Google Shape;4826;p25"/>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7" name="Google Shape;4827;p25"/>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8" name="Google Shape;4828;p25"/>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29" name="Google Shape;4829;p25"/>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0" name="Google Shape;4830;p25"/>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1" name="Google Shape;4831;p25"/>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2" name="Google Shape;4832;p25"/>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3" name="Google Shape;4833;p25"/>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4" name="Google Shape;4834;p25"/>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5" name="Google Shape;4835;p25"/>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6" name="Google Shape;4836;p25"/>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7" name="Google Shape;4837;p25"/>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8" name="Google Shape;4838;p25"/>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39" name="Google Shape;4839;p25"/>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0" name="Google Shape;4840;p25"/>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1" name="Google Shape;4841;p25"/>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2" name="Google Shape;4842;p25"/>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3" name="Google Shape;4843;p25"/>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4" name="Google Shape;4844;p25"/>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5" name="Google Shape;4845;p25"/>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6" name="Google Shape;4846;p25"/>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7" name="Google Shape;4847;p25"/>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8" name="Google Shape;4848;p25"/>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49" name="Google Shape;4849;p25"/>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0" name="Google Shape;4850;p25"/>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1" name="Google Shape;4851;p25"/>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2" name="Google Shape;4852;p25"/>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3" name="Google Shape;4853;p25"/>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4" name="Google Shape;4854;p25"/>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5" name="Google Shape;4855;p25"/>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6" name="Google Shape;4856;p25"/>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7" name="Google Shape;4857;p25"/>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8" name="Google Shape;4858;p25"/>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59" name="Google Shape;4859;p25"/>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0" name="Google Shape;4860;p25"/>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1" name="Google Shape;4861;p25"/>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2" name="Google Shape;4862;p25"/>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3" name="Google Shape;4863;p25"/>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4" name="Google Shape;4864;p25"/>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5" name="Google Shape;4865;p25"/>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6" name="Google Shape;4866;p25"/>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7" name="Google Shape;4867;p25"/>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8" name="Google Shape;4868;p25"/>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9" name="Google Shape;4869;p25"/>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0" name="Google Shape;4870;p25"/>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1" name="Google Shape;4871;p25"/>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2" name="Google Shape;4872;p25"/>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3" name="Google Shape;4873;p25"/>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4" name="Google Shape;4874;p25"/>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5" name="Google Shape;4875;p25"/>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6" name="Google Shape;4876;p25"/>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7" name="Google Shape;4877;p25"/>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8" name="Google Shape;4878;p25"/>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9" name="Google Shape;4879;p25"/>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0" name="Google Shape;4880;p25"/>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1" name="Google Shape;4881;p25"/>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2" name="Google Shape;4882;p25"/>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3" name="Google Shape;4883;p25"/>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4" name="Google Shape;4884;p25"/>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5" name="Google Shape;4885;p25"/>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6" name="Google Shape;4886;p25"/>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7" name="Google Shape;4887;p25"/>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8" name="Google Shape;4888;p25"/>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9" name="Google Shape;4889;p25"/>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0" name="Google Shape;4890;p25"/>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1" name="Google Shape;4891;p25"/>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2" name="Google Shape;4892;p25"/>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3" name="Google Shape;4893;p25"/>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94" name="Google Shape;4894;p25"/>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895" name="Google Shape;4895;p25"/>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4896" name="Google Shape;4896;p25"/>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US" altLang="ja-JP" sz="900" dirty="0">
                <a:solidFill>
                  <a:srgbClr val="43DFF4"/>
                </a:solidFill>
              </a:rPr>
              <a:t>13</a:t>
            </a:r>
            <a:endParaRPr sz="900" dirty="0">
              <a:solidFill>
                <a:srgbClr val="43DFF4"/>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00"/>
        <p:cNvGrpSpPr/>
        <p:nvPr/>
      </p:nvGrpSpPr>
      <p:grpSpPr>
        <a:xfrm>
          <a:off x="0" y="0"/>
          <a:ext cx="0" cy="0"/>
          <a:chOff x="0" y="0"/>
          <a:chExt cx="0" cy="0"/>
        </a:xfrm>
      </p:grpSpPr>
      <p:sp>
        <p:nvSpPr>
          <p:cNvPr id="4901" name="Google Shape;4901;p26"/>
          <p:cNvSpPr txBox="1"/>
          <p:nvPr/>
        </p:nvSpPr>
        <p:spPr>
          <a:xfrm>
            <a:off x="238125" y="190500"/>
            <a:ext cx="7905900" cy="30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2400" b="1" dirty="0">
                <a:solidFill>
                  <a:srgbClr val="333333"/>
                </a:solidFill>
              </a:rPr>
              <a:t>Crash Scenario “72-Hour Protocol”</a:t>
            </a:r>
            <a:endParaRPr sz="2400" b="1" dirty="0">
              <a:solidFill>
                <a:srgbClr val="333333"/>
              </a:solidFill>
            </a:endParaRPr>
          </a:p>
        </p:txBody>
      </p:sp>
      <p:grpSp>
        <p:nvGrpSpPr>
          <p:cNvPr id="4902" name="Google Shape;4902;p26"/>
          <p:cNvGrpSpPr/>
          <p:nvPr/>
        </p:nvGrpSpPr>
        <p:grpSpPr>
          <a:xfrm>
            <a:off x="238125" y="762000"/>
            <a:ext cx="3950466" cy="38100"/>
            <a:chOff x="238125" y="762000"/>
            <a:chExt cx="3950466" cy="38100"/>
          </a:xfrm>
        </p:grpSpPr>
        <p:sp>
          <p:nvSpPr>
            <p:cNvPr id="4903" name="Google Shape;4903;p26"/>
            <p:cNvSpPr/>
            <p:nvPr/>
          </p:nvSpPr>
          <p:spPr>
            <a:xfrm>
              <a:off x="238125" y="762000"/>
              <a:ext cx="31800" cy="381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4" name="Google Shape;4904;p26"/>
            <p:cNvSpPr/>
            <p:nvPr/>
          </p:nvSpPr>
          <p:spPr>
            <a:xfrm>
              <a:off x="263571"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5" name="Google Shape;4905;p26"/>
            <p:cNvSpPr/>
            <p:nvPr/>
          </p:nvSpPr>
          <p:spPr>
            <a:xfrm>
              <a:off x="289017" y="762000"/>
              <a:ext cx="31800" cy="381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6" name="Google Shape;4906;p26"/>
            <p:cNvSpPr/>
            <p:nvPr/>
          </p:nvSpPr>
          <p:spPr>
            <a:xfrm>
              <a:off x="314463"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7" name="Google Shape;4907;p26"/>
            <p:cNvSpPr/>
            <p:nvPr/>
          </p:nvSpPr>
          <p:spPr>
            <a:xfrm>
              <a:off x="339909" y="762000"/>
              <a:ext cx="31800" cy="381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8" name="Google Shape;4908;p26"/>
            <p:cNvSpPr/>
            <p:nvPr/>
          </p:nvSpPr>
          <p:spPr>
            <a:xfrm>
              <a:off x="365354" y="762000"/>
              <a:ext cx="31800" cy="381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09" name="Google Shape;4909;p26"/>
            <p:cNvSpPr/>
            <p:nvPr/>
          </p:nvSpPr>
          <p:spPr>
            <a:xfrm>
              <a:off x="390800"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0" name="Google Shape;4910;p26"/>
            <p:cNvSpPr/>
            <p:nvPr/>
          </p:nvSpPr>
          <p:spPr>
            <a:xfrm>
              <a:off x="416246" y="762000"/>
              <a:ext cx="31800" cy="381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1" name="Google Shape;4911;p26"/>
            <p:cNvSpPr/>
            <p:nvPr/>
          </p:nvSpPr>
          <p:spPr>
            <a:xfrm>
              <a:off x="441692" y="762000"/>
              <a:ext cx="31800" cy="381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2" name="Google Shape;4912;p26"/>
            <p:cNvSpPr/>
            <p:nvPr/>
          </p:nvSpPr>
          <p:spPr>
            <a:xfrm>
              <a:off x="467138"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3" name="Google Shape;4913;p26"/>
            <p:cNvSpPr/>
            <p:nvPr/>
          </p:nvSpPr>
          <p:spPr>
            <a:xfrm>
              <a:off x="492584" y="762000"/>
              <a:ext cx="31800" cy="381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4" name="Google Shape;4914;p26"/>
            <p:cNvSpPr/>
            <p:nvPr/>
          </p:nvSpPr>
          <p:spPr>
            <a:xfrm>
              <a:off x="518030"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5" name="Google Shape;4915;p26"/>
            <p:cNvSpPr/>
            <p:nvPr/>
          </p:nvSpPr>
          <p:spPr>
            <a:xfrm>
              <a:off x="543476" y="762000"/>
              <a:ext cx="31800" cy="381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6" name="Google Shape;4916;p26"/>
            <p:cNvSpPr/>
            <p:nvPr/>
          </p:nvSpPr>
          <p:spPr>
            <a:xfrm>
              <a:off x="568921" y="762000"/>
              <a:ext cx="31800" cy="381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7" name="Google Shape;4917;p26"/>
            <p:cNvSpPr/>
            <p:nvPr/>
          </p:nvSpPr>
          <p:spPr>
            <a:xfrm>
              <a:off x="594367"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8" name="Google Shape;4918;p26"/>
            <p:cNvSpPr/>
            <p:nvPr/>
          </p:nvSpPr>
          <p:spPr>
            <a:xfrm>
              <a:off x="619813" y="762000"/>
              <a:ext cx="31800" cy="381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19" name="Google Shape;4919;p26"/>
            <p:cNvSpPr/>
            <p:nvPr/>
          </p:nvSpPr>
          <p:spPr>
            <a:xfrm>
              <a:off x="645259" y="762000"/>
              <a:ext cx="31800" cy="381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0" name="Google Shape;4920;p26"/>
            <p:cNvSpPr/>
            <p:nvPr/>
          </p:nvSpPr>
          <p:spPr>
            <a:xfrm>
              <a:off x="670705"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1" name="Google Shape;4921;p26"/>
            <p:cNvSpPr/>
            <p:nvPr/>
          </p:nvSpPr>
          <p:spPr>
            <a:xfrm>
              <a:off x="696151" y="762000"/>
              <a:ext cx="31800" cy="381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2" name="Google Shape;4922;p26"/>
            <p:cNvSpPr/>
            <p:nvPr/>
          </p:nvSpPr>
          <p:spPr>
            <a:xfrm>
              <a:off x="721597"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3" name="Google Shape;4923;p26"/>
            <p:cNvSpPr/>
            <p:nvPr/>
          </p:nvSpPr>
          <p:spPr>
            <a:xfrm>
              <a:off x="747043" y="762000"/>
              <a:ext cx="31800" cy="381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4" name="Google Shape;4924;p26"/>
            <p:cNvSpPr/>
            <p:nvPr/>
          </p:nvSpPr>
          <p:spPr>
            <a:xfrm>
              <a:off x="772489" y="762000"/>
              <a:ext cx="31800" cy="381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5" name="Google Shape;4925;p26"/>
            <p:cNvSpPr/>
            <p:nvPr/>
          </p:nvSpPr>
          <p:spPr>
            <a:xfrm>
              <a:off x="797934"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6" name="Google Shape;4926;p26"/>
            <p:cNvSpPr/>
            <p:nvPr/>
          </p:nvSpPr>
          <p:spPr>
            <a:xfrm>
              <a:off x="823380" y="762000"/>
              <a:ext cx="31800" cy="381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7" name="Google Shape;4927;p26"/>
            <p:cNvSpPr/>
            <p:nvPr/>
          </p:nvSpPr>
          <p:spPr>
            <a:xfrm>
              <a:off x="848826" y="762000"/>
              <a:ext cx="31800" cy="381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8" name="Google Shape;4928;p26"/>
            <p:cNvSpPr/>
            <p:nvPr/>
          </p:nvSpPr>
          <p:spPr>
            <a:xfrm>
              <a:off x="874272" y="762000"/>
              <a:ext cx="31800" cy="381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29" name="Google Shape;4929;p26"/>
            <p:cNvSpPr/>
            <p:nvPr/>
          </p:nvSpPr>
          <p:spPr>
            <a:xfrm>
              <a:off x="899718" y="762000"/>
              <a:ext cx="31800" cy="381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0" name="Google Shape;4930;p26"/>
            <p:cNvSpPr/>
            <p:nvPr/>
          </p:nvSpPr>
          <p:spPr>
            <a:xfrm>
              <a:off x="925164"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1" name="Google Shape;4931;p26"/>
            <p:cNvSpPr/>
            <p:nvPr/>
          </p:nvSpPr>
          <p:spPr>
            <a:xfrm>
              <a:off x="950610" y="762000"/>
              <a:ext cx="31800" cy="381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2" name="Google Shape;4932;p26"/>
            <p:cNvSpPr/>
            <p:nvPr/>
          </p:nvSpPr>
          <p:spPr>
            <a:xfrm>
              <a:off x="976056" y="762000"/>
              <a:ext cx="31800" cy="381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3" name="Google Shape;4933;p26"/>
            <p:cNvSpPr/>
            <p:nvPr/>
          </p:nvSpPr>
          <p:spPr>
            <a:xfrm>
              <a:off x="1001502"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4" name="Google Shape;4934;p26"/>
            <p:cNvSpPr/>
            <p:nvPr/>
          </p:nvSpPr>
          <p:spPr>
            <a:xfrm>
              <a:off x="1026947" y="762000"/>
              <a:ext cx="31800" cy="381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5" name="Google Shape;4935;p26"/>
            <p:cNvSpPr/>
            <p:nvPr/>
          </p:nvSpPr>
          <p:spPr>
            <a:xfrm>
              <a:off x="1052393" y="762000"/>
              <a:ext cx="31800" cy="381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6" name="Google Shape;4936;p26"/>
            <p:cNvSpPr/>
            <p:nvPr/>
          </p:nvSpPr>
          <p:spPr>
            <a:xfrm>
              <a:off x="1077839"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7" name="Google Shape;4937;p26"/>
            <p:cNvSpPr/>
            <p:nvPr/>
          </p:nvSpPr>
          <p:spPr>
            <a:xfrm>
              <a:off x="1103285" y="762000"/>
              <a:ext cx="31800" cy="381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8" name="Google Shape;4938;p26"/>
            <p:cNvSpPr/>
            <p:nvPr/>
          </p:nvSpPr>
          <p:spPr>
            <a:xfrm>
              <a:off x="1128731" y="762000"/>
              <a:ext cx="31800" cy="381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39" name="Google Shape;4939;p26"/>
            <p:cNvSpPr/>
            <p:nvPr/>
          </p:nvSpPr>
          <p:spPr>
            <a:xfrm>
              <a:off x="1154177" y="762000"/>
              <a:ext cx="31800" cy="381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0" name="Google Shape;4940;p26"/>
            <p:cNvSpPr/>
            <p:nvPr/>
          </p:nvSpPr>
          <p:spPr>
            <a:xfrm>
              <a:off x="1179623" y="762000"/>
              <a:ext cx="31800" cy="381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1" name="Google Shape;4941;p26"/>
            <p:cNvSpPr/>
            <p:nvPr/>
          </p:nvSpPr>
          <p:spPr>
            <a:xfrm>
              <a:off x="1205069"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2" name="Google Shape;4942;p26"/>
            <p:cNvSpPr/>
            <p:nvPr/>
          </p:nvSpPr>
          <p:spPr>
            <a:xfrm>
              <a:off x="1230514" y="762000"/>
              <a:ext cx="31800" cy="381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3" name="Google Shape;4943;p26"/>
            <p:cNvSpPr/>
            <p:nvPr/>
          </p:nvSpPr>
          <p:spPr>
            <a:xfrm>
              <a:off x="1255960" y="762000"/>
              <a:ext cx="31800" cy="381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4" name="Google Shape;4944;p26"/>
            <p:cNvSpPr/>
            <p:nvPr/>
          </p:nvSpPr>
          <p:spPr>
            <a:xfrm>
              <a:off x="1281406"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5" name="Google Shape;4945;p26"/>
            <p:cNvSpPr/>
            <p:nvPr/>
          </p:nvSpPr>
          <p:spPr>
            <a:xfrm>
              <a:off x="1306852" y="762000"/>
              <a:ext cx="31800" cy="381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6" name="Google Shape;4946;p26"/>
            <p:cNvSpPr/>
            <p:nvPr/>
          </p:nvSpPr>
          <p:spPr>
            <a:xfrm>
              <a:off x="1332298"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7" name="Google Shape;4947;p26"/>
            <p:cNvSpPr/>
            <p:nvPr/>
          </p:nvSpPr>
          <p:spPr>
            <a:xfrm>
              <a:off x="1357744" y="762000"/>
              <a:ext cx="31800" cy="381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8" name="Google Shape;4948;p26"/>
            <p:cNvSpPr/>
            <p:nvPr/>
          </p:nvSpPr>
          <p:spPr>
            <a:xfrm>
              <a:off x="1383190" y="762000"/>
              <a:ext cx="31800" cy="381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49" name="Google Shape;4949;p26"/>
            <p:cNvSpPr/>
            <p:nvPr/>
          </p:nvSpPr>
          <p:spPr>
            <a:xfrm>
              <a:off x="1408636" y="762000"/>
              <a:ext cx="31800" cy="381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0" name="Google Shape;4950;p26"/>
            <p:cNvSpPr/>
            <p:nvPr/>
          </p:nvSpPr>
          <p:spPr>
            <a:xfrm>
              <a:off x="1434082" y="762000"/>
              <a:ext cx="31800" cy="381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1" name="Google Shape;4951;p26"/>
            <p:cNvSpPr/>
            <p:nvPr/>
          </p:nvSpPr>
          <p:spPr>
            <a:xfrm>
              <a:off x="1459527" y="762000"/>
              <a:ext cx="31800" cy="381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2" name="Google Shape;4952;p26"/>
            <p:cNvSpPr/>
            <p:nvPr/>
          </p:nvSpPr>
          <p:spPr>
            <a:xfrm>
              <a:off x="1484973"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3" name="Google Shape;4953;p26"/>
            <p:cNvSpPr/>
            <p:nvPr/>
          </p:nvSpPr>
          <p:spPr>
            <a:xfrm>
              <a:off x="1510419" y="762000"/>
              <a:ext cx="31800" cy="381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4" name="Google Shape;4954;p26"/>
            <p:cNvSpPr/>
            <p:nvPr/>
          </p:nvSpPr>
          <p:spPr>
            <a:xfrm>
              <a:off x="1535865"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5" name="Google Shape;4955;p26"/>
            <p:cNvSpPr/>
            <p:nvPr/>
          </p:nvSpPr>
          <p:spPr>
            <a:xfrm>
              <a:off x="1561311" y="762000"/>
              <a:ext cx="31800" cy="381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6" name="Google Shape;4956;p26"/>
            <p:cNvSpPr/>
            <p:nvPr/>
          </p:nvSpPr>
          <p:spPr>
            <a:xfrm>
              <a:off x="1586757" y="762000"/>
              <a:ext cx="31800" cy="381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7" name="Google Shape;4957;p26"/>
            <p:cNvSpPr/>
            <p:nvPr/>
          </p:nvSpPr>
          <p:spPr>
            <a:xfrm>
              <a:off x="1612203"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8" name="Google Shape;4958;p26"/>
            <p:cNvSpPr/>
            <p:nvPr/>
          </p:nvSpPr>
          <p:spPr>
            <a:xfrm>
              <a:off x="1637649" y="762000"/>
              <a:ext cx="31800" cy="381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9" name="Google Shape;4959;p26"/>
            <p:cNvSpPr/>
            <p:nvPr/>
          </p:nvSpPr>
          <p:spPr>
            <a:xfrm>
              <a:off x="1663094" y="762000"/>
              <a:ext cx="31800" cy="381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0" name="Google Shape;4960;p26"/>
            <p:cNvSpPr/>
            <p:nvPr/>
          </p:nvSpPr>
          <p:spPr>
            <a:xfrm>
              <a:off x="1688540"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1" name="Google Shape;4961;p26"/>
            <p:cNvSpPr/>
            <p:nvPr/>
          </p:nvSpPr>
          <p:spPr>
            <a:xfrm>
              <a:off x="1713986" y="762000"/>
              <a:ext cx="31800" cy="381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2" name="Google Shape;4962;p26"/>
            <p:cNvSpPr/>
            <p:nvPr/>
          </p:nvSpPr>
          <p:spPr>
            <a:xfrm>
              <a:off x="1739432"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3" name="Google Shape;4963;p26"/>
            <p:cNvSpPr/>
            <p:nvPr/>
          </p:nvSpPr>
          <p:spPr>
            <a:xfrm>
              <a:off x="1764878" y="762000"/>
              <a:ext cx="31800" cy="381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4" name="Google Shape;4964;p26"/>
            <p:cNvSpPr/>
            <p:nvPr/>
          </p:nvSpPr>
          <p:spPr>
            <a:xfrm>
              <a:off x="1790324" y="762000"/>
              <a:ext cx="31800" cy="381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5" name="Google Shape;4965;p26"/>
            <p:cNvSpPr/>
            <p:nvPr/>
          </p:nvSpPr>
          <p:spPr>
            <a:xfrm>
              <a:off x="1815770"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6" name="Google Shape;4966;p26"/>
            <p:cNvSpPr/>
            <p:nvPr/>
          </p:nvSpPr>
          <p:spPr>
            <a:xfrm>
              <a:off x="1841216" y="762000"/>
              <a:ext cx="31800" cy="381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7" name="Google Shape;4967;p26"/>
            <p:cNvSpPr/>
            <p:nvPr/>
          </p:nvSpPr>
          <p:spPr>
            <a:xfrm>
              <a:off x="1866662" y="762000"/>
              <a:ext cx="31800" cy="381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8" name="Google Shape;4968;p26"/>
            <p:cNvSpPr/>
            <p:nvPr/>
          </p:nvSpPr>
          <p:spPr>
            <a:xfrm>
              <a:off x="1892107"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69" name="Google Shape;4969;p26"/>
            <p:cNvSpPr/>
            <p:nvPr/>
          </p:nvSpPr>
          <p:spPr>
            <a:xfrm>
              <a:off x="1917553" y="762000"/>
              <a:ext cx="31800" cy="381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0" name="Google Shape;4970;p26"/>
            <p:cNvSpPr/>
            <p:nvPr/>
          </p:nvSpPr>
          <p:spPr>
            <a:xfrm>
              <a:off x="1942999"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1" name="Google Shape;4971;p26"/>
            <p:cNvSpPr/>
            <p:nvPr/>
          </p:nvSpPr>
          <p:spPr>
            <a:xfrm>
              <a:off x="1968445" y="762000"/>
              <a:ext cx="31800" cy="381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2" name="Google Shape;4972;p26"/>
            <p:cNvSpPr/>
            <p:nvPr/>
          </p:nvSpPr>
          <p:spPr>
            <a:xfrm>
              <a:off x="1993891" y="762000"/>
              <a:ext cx="31800" cy="381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3" name="Google Shape;4973;p26"/>
            <p:cNvSpPr/>
            <p:nvPr/>
          </p:nvSpPr>
          <p:spPr>
            <a:xfrm>
              <a:off x="2019337"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4" name="Google Shape;4974;p26"/>
            <p:cNvSpPr/>
            <p:nvPr/>
          </p:nvSpPr>
          <p:spPr>
            <a:xfrm>
              <a:off x="2044783" y="762000"/>
              <a:ext cx="31800" cy="381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5" name="Google Shape;4975;p26"/>
            <p:cNvSpPr/>
            <p:nvPr/>
          </p:nvSpPr>
          <p:spPr>
            <a:xfrm>
              <a:off x="2070229" y="762000"/>
              <a:ext cx="31800" cy="381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6" name="Google Shape;4976;p26"/>
            <p:cNvSpPr/>
            <p:nvPr/>
          </p:nvSpPr>
          <p:spPr>
            <a:xfrm>
              <a:off x="2095675"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7" name="Google Shape;4977;p26"/>
            <p:cNvSpPr/>
            <p:nvPr/>
          </p:nvSpPr>
          <p:spPr>
            <a:xfrm>
              <a:off x="2121120" y="762000"/>
              <a:ext cx="31800" cy="381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8" name="Google Shape;4978;p26"/>
            <p:cNvSpPr/>
            <p:nvPr/>
          </p:nvSpPr>
          <p:spPr>
            <a:xfrm>
              <a:off x="2146566"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79" name="Google Shape;4979;p26"/>
            <p:cNvSpPr/>
            <p:nvPr/>
          </p:nvSpPr>
          <p:spPr>
            <a:xfrm>
              <a:off x="2172012" y="762000"/>
              <a:ext cx="31800" cy="381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0" name="Google Shape;4980;p26"/>
            <p:cNvSpPr/>
            <p:nvPr/>
          </p:nvSpPr>
          <p:spPr>
            <a:xfrm>
              <a:off x="2197458" y="762000"/>
              <a:ext cx="31800" cy="381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1" name="Google Shape;4981;p26"/>
            <p:cNvSpPr/>
            <p:nvPr/>
          </p:nvSpPr>
          <p:spPr>
            <a:xfrm>
              <a:off x="2222904"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2" name="Google Shape;4982;p26"/>
            <p:cNvSpPr/>
            <p:nvPr/>
          </p:nvSpPr>
          <p:spPr>
            <a:xfrm>
              <a:off x="2248350" y="762000"/>
              <a:ext cx="31800" cy="381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3" name="Google Shape;4983;p26"/>
            <p:cNvSpPr/>
            <p:nvPr/>
          </p:nvSpPr>
          <p:spPr>
            <a:xfrm>
              <a:off x="2273796"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4" name="Google Shape;4984;p26"/>
            <p:cNvSpPr/>
            <p:nvPr/>
          </p:nvSpPr>
          <p:spPr>
            <a:xfrm>
              <a:off x="2299242" y="762000"/>
              <a:ext cx="31800" cy="381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5" name="Google Shape;4985;p26"/>
            <p:cNvSpPr/>
            <p:nvPr/>
          </p:nvSpPr>
          <p:spPr>
            <a:xfrm>
              <a:off x="2324687" y="762000"/>
              <a:ext cx="31800" cy="381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6" name="Google Shape;4986;p26"/>
            <p:cNvSpPr/>
            <p:nvPr/>
          </p:nvSpPr>
          <p:spPr>
            <a:xfrm>
              <a:off x="2350133"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7" name="Google Shape;4987;p26"/>
            <p:cNvSpPr/>
            <p:nvPr/>
          </p:nvSpPr>
          <p:spPr>
            <a:xfrm>
              <a:off x="2375579" y="762000"/>
              <a:ext cx="31800" cy="381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8" name="Google Shape;4988;p26"/>
            <p:cNvSpPr/>
            <p:nvPr/>
          </p:nvSpPr>
          <p:spPr>
            <a:xfrm>
              <a:off x="2401025" y="762000"/>
              <a:ext cx="31800" cy="381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89" name="Google Shape;4989;p26"/>
            <p:cNvSpPr/>
            <p:nvPr/>
          </p:nvSpPr>
          <p:spPr>
            <a:xfrm>
              <a:off x="2426471"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0" name="Google Shape;4990;p26"/>
            <p:cNvSpPr/>
            <p:nvPr/>
          </p:nvSpPr>
          <p:spPr>
            <a:xfrm>
              <a:off x="2451917" y="762000"/>
              <a:ext cx="31800" cy="381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1" name="Google Shape;4991;p26"/>
            <p:cNvSpPr/>
            <p:nvPr/>
          </p:nvSpPr>
          <p:spPr>
            <a:xfrm>
              <a:off x="2477363"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2" name="Google Shape;4992;p26"/>
            <p:cNvSpPr/>
            <p:nvPr/>
          </p:nvSpPr>
          <p:spPr>
            <a:xfrm>
              <a:off x="2502809" y="762000"/>
              <a:ext cx="31800" cy="381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3" name="Google Shape;4993;p26"/>
            <p:cNvSpPr/>
            <p:nvPr/>
          </p:nvSpPr>
          <p:spPr>
            <a:xfrm>
              <a:off x="2528255" y="762000"/>
              <a:ext cx="31800" cy="381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4" name="Google Shape;4994;p26"/>
            <p:cNvSpPr/>
            <p:nvPr/>
          </p:nvSpPr>
          <p:spPr>
            <a:xfrm>
              <a:off x="2553700"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5" name="Google Shape;4995;p26"/>
            <p:cNvSpPr/>
            <p:nvPr/>
          </p:nvSpPr>
          <p:spPr>
            <a:xfrm>
              <a:off x="2579146" y="762000"/>
              <a:ext cx="31800" cy="381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6" name="Google Shape;4996;p26"/>
            <p:cNvSpPr/>
            <p:nvPr/>
          </p:nvSpPr>
          <p:spPr>
            <a:xfrm>
              <a:off x="2604592" y="762000"/>
              <a:ext cx="31800" cy="381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7" name="Google Shape;4997;p26"/>
            <p:cNvSpPr/>
            <p:nvPr/>
          </p:nvSpPr>
          <p:spPr>
            <a:xfrm>
              <a:off x="2630038"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8" name="Google Shape;4998;p26"/>
            <p:cNvSpPr/>
            <p:nvPr/>
          </p:nvSpPr>
          <p:spPr>
            <a:xfrm>
              <a:off x="2655484" y="762000"/>
              <a:ext cx="31800" cy="381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99" name="Google Shape;4999;p26"/>
            <p:cNvSpPr/>
            <p:nvPr/>
          </p:nvSpPr>
          <p:spPr>
            <a:xfrm>
              <a:off x="2680930"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0" name="Google Shape;5000;p26"/>
            <p:cNvSpPr/>
            <p:nvPr/>
          </p:nvSpPr>
          <p:spPr>
            <a:xfrm>
              <a:off x="2706376" y="762000"/>
              <a:ext cx="31800" cy="381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1" name="Google Shape;5001;p26"/>
            <p:cNvSpPr/>
            <p:nvPr/>
          </p:nvSpPr>
          <p:spPr>
            <a:xfrm>
              <a:off x="2731822" y="762000"/>
              <a:ext cx="31800" cy="381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2" name="Google Shape;5002;p26"/>
            <p:cNvSpPr/>
            <p:nvPr/>
          </p:nvSpPr>
          <p:spPr>
            <a:xfrm>
              <a:off x="2757268"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3" name="Google Shape;5003;p26"/>
            <p:cNvSpPr/>
            <p:nvPr/>
          </p:nvSpPr>
          <p:spPr>
            <a:xfrm>
              <a:off x="2782713" y="762000"/>
              <a:ext cx="31800" cy="381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4" name="Google Shape;5004;p26"/>
            <p:cNvSpPr/>
            <p:nvPr/>
          </p:nvSpPr>
          <p:spPr>
            <a:xfrm>
              <a:off x="2808159" y="762000"/>
              <a:ext cx="31800" cy="381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5" name="Google Shape;5005;p26"/>
            <p:cNvSpPr/>
            <p:nvPr/>
          </p:nvSpPr>
          <p:spPr>
            <a:xfrm>
              <a:off x="2833605"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6" name="Google Shape;5006;p26"/>
            <p:cNvSpPr/>
            <p:nvPr/>
          </p:nvSpPr>
          <p:spPr>
            <a:xfrm>
              <a:off x="2859051" y="762000"/>
              <a:ext cx="31800" cy="381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7" name="Google Shape;5007;p26"/>
            <p:cNvSpPr/>
            <p:nvPr/>
          </p:nvSpPr>
          <p:spPr>
            <a:xfrm>
              <a:off x="2884497"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8" name="Google Shape;5008;p26"/>
            <p:cNvSpPr/>
            <p:nvPr/>
          </p:nvSpPr>
          <p:spPr>
            <a:xfrm>
              <a:off x="2909943" y="762000"/>
              <a:ext cx="31800" cy="381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09" name="Google Shape;5009;p26"/>
            <p:cNvSpPr/>
            <p:nvPr/>
          </p:nvSpPr>
          <p:spPr>
            <a:xfrm>
              <a:off x="2935389" y="762000"/>
              <a:ext cx="31800" cy="381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0" name="Google Shape;5010;p26"/>
            <p:cNvSpPr/>
            <p:nvPr/>
          </p:nvSpPr>
          <p:spPr>
            <a:xfrm>
              <a:off x="2960835" y="762000"/>
              <a:ext cx="31800" cy="381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1" name="Google Shape;5011;p26"/>
            <p:cNvSpPr/>
            <p:nvPr/>
          </p:nvSpPr>
          <p:spPr>
            <a:xfrm>
              <a:off x="2986280" y="762000"/>
              <a:ext cx="31800" cy="381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2" name="Google Shape;5012;p26"/>
            <p:cNvSpPr/>
            <p:nvPr/>
          </p:nvSpPr>
          <p:spPr>
            <a:xfrm>
              <a:off x="3011726" y="762000"/>
              <a:ext cx="31800" cy="381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3" name="Google Shape;5013;p26"/>
            <p:cNvSpPr/>
            <p:nvPr/>
          </p:nvSpPr>
          <p:spPr>
            <a:xfrm>
              <a:off x="3037172"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4" name="Google Shape;5014;p26"/>
            <p:cNvSpPr/>
            <p:nvPr/>
          </p:nvSpPr>
          <p:spPr>
            <a:xfrm>
              <a:off x="3062618" y="762000"/>
              <a:ext cx="31800" cy="381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5" name="Google Shape;5015;p26"/>
            <p:cNvSpPr/>
            <p:nvPr/>
          </p:nvSpPr>
          <p:spPr>
            <a:xfrm>
              <a:off x="3088064"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6" name="Google Shape;5016;p26"/>
            <p:cNvSpPr/>
            <p:nvPr/>
          </p:nvSpPr>
          <p:spPr>
            <a:xfrm>
              <a:off x="3113510" y="762000"/>
              <a:ext cx="31800" cy="381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7" name="Google Shape;5017;p26"/>
            <p:cNvSpPr/>
            <p:nvPr/>
          </p:nvSpPr>
          <p:spPr>
            <a:xfrm>
              <a:off x="3138956" y="762000"/>
              <a:ext cx="31800" cy="381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8" name="Google Shape;5018;p26"/>
            <p:cNvSpPr/>
            <p:nvPr/>
          </p:nvSpPr>
          <p:spPr>
            <a:xfrm>
              <a:off x="3164402"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19" name="Google Shape;5019;p26"/>
            <p:cNvSpPr/>
            <p:nvPr/>
          </p:nvSpPr>
          <p:spPr>
            <a:xfrm>
              <a:off x="3189848" y="762000"/>
              <a:ext cx="31800" cy="381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0" name="Google Shape;5020;p26"/>
            <p:cNvSpPr/>
            <p:nvPr/>
          </p:nvSpPr>
          <p:spPr>
            <a:xfrm>
              <a:off x="3215293" y="762000"/>
              <a:ext cx="31800" cy="381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1" name="Google Shape;5021;p26"/>
            <p:cNvSpPr/>
            <p:nvPr/>
          </p:nvSpPr>
          <p:spPr>
            <a:xfrm>
              <a:off x="3240739" y="762000"/>
              <a:ext cx="31800" cy="381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2" name="Google Shape;5022;p26"/>
            <p:cNvSpPr/>
            <p:nvPr/>
          </p:nvSpPr>
          <p:spPr>
            <a:xfrm>
              <a:off x="3266185" y="762000"/>
              <a:ext cx="31800" cy="381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3" name="Google Shape;5023;p26"/>
            <p:cNvSpPr/>
            <p:nvPr/>
          </p:nvSpPr>
          <p:spPr>
            <a:xfrm>
              <a:off x="3291631"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4" name="Google Shape;5024;p26"/>
            <p:cNvSpPr/>
            <p:nvPr/>
          </p:nvSpPr>
          <p:spPr>
            <a:xfrm>
              <a:off x="3317077" y="762000"/>
              <a:ext cx="31800" cy="381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5" name="Google Shape;5025;p26"/>
            <p:cNvSpPr/>
            <p:nvPr/>
          </p:nvSpPr>
          <p:spPr>
            <a:xfrm>
              <a:off x="3342523" y="762000"/>
              <a:ext cx="31800" cy="381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6" name="Google Shape;5026;p26"/>
            <p:cNvSpPr/>
            <p:nvPr/>
          </p:nvSpPr>
          <p:spPr>
            <a:xfrm>
              <a:off x="3367969"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7" name="Google Shape;5027;p26"/>
            <p:cNvSpPr/>
            <p:nvPr/>
          </p:nvSpPr>
          <p:spPr>
            <a:xfrm>
              <a:off x="3393415" y="762000"/>
              <a:ext cx="31800" cy="381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8" name="Google Shape;5028;p26"/>
            <p:cNvSpPr/>
            <p:nvPr/>
          </p:nvSpPr>
          <p:spPr>
            <a:xfrm>
              <a:off x="3418860" y="762000"/>
              <a:ext cx="31800" cy="381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29" name="Google Shape;5029;p26"/>
            <p:cNvSpPr/>
            <p:nvPr/>
          </p:nvSpPr>
          <p:spPr>
            <a:xfrm>
              <a:off x="3444306"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0" name="Google Shape;5030;p26"/>
            <p:cNvSpPr/>
            <p:nvPr/>
          </p:nvSpPr>
          <p:spPr>
            <a:xfrm>
              <a:off x="3469752" y="762000"/>
              <a:ext cx="31800" cy="381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1" name="Google Shape;5031;p26"/>
            <p:cNvSpPr/>
            <p:nvPr/>
          </p:nvSpPr>
          <p:spPr>
            <a:xfrm>
              <a:off x="3495198" y="762000"/>
              <a:ext cx="31800" cy="381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2" name="Google Shape;5032;p26"/>
            <p:cNvSpPr/>
            <p:nvPr/>
          </p:nvSpPr>
          <p:spPr>
            <a:xfrm>
              <a:off x="3520644" y="762000"/>
              <a:ext cx="31800" cy="381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3" name="Google Shape;5033;p26"/>
            <p:cNvSpPr/>
            <p:nvPr/>
          </p:nvSpPr>
          <p:spPr>
            <a:xfrm>
              <a:off x="3546090" y="762000"/>
              <a:ext cx="31800" cy="381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4" name="Google Shape;5034;p26"/>
            <p:cNvSpPr/>
            <p:nvPr/>
          </p:nvSpPr>
          <p:spPr>
            <a:xfrm>
              <a:off x="3571536"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5" name="Google Shape;5035;p26"/>
            <p:cNvSpPr/>
            <p:nvPr/>
          </p:nvSpPr>
          <p:spPr>
            <a:xfrm>
              <a:off x="3596982" y="762000"/>
              <a:ext cx="31800" cy="381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6" name="Google Shape;5036;p26"/>
            <p:cNvSpPr/>
            <p:nvPr/>
          </p:nvSpPr>
          <p:spPr>
            <a:xfrm>
              <a:off x="3622428" y="762000"/>
              <a:ext cx="31800" cy="381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7" name="Google Shape;5037;p26"/>
            <p:cNvSpPr/>
            <p:nvPr/>
          </p:nvSpPr>
          <p:spPr>
            <a:xfrm>
              <a:off x="3647873"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8" name="Google Shape;5038;p26"/>
            <p:cNvSpPr/>
            <p:nvPr/>
          </p:nvSpPr>
          <p:spPr>
            <a:xfrm>
              <a:off x="3673319" y="762000"/>
              <a:ext cx="31800" cy="381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39" name="Google Shape;5039;p26"/>
            <p:cNvSpPr/>
            <p:nvPr/>
          </p:nvSpPr>
          <p:spPr>
            <a:xfrm>
              <a:off x="3698765"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0" name="Google Shape;5040;p26"/>
            <p:cNvSpPr/>
            <p:nvPr/>
          </p:nvSpPr>
          <p:spPr>
            <a:xfrm>
              <a:off x="3724211" y="762000"/>
              <a:ext cx="31800" cy="381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1" name="Google Shape;5041;p26"/>
            <p:cNvSpPr/>
            <p:nvPr/>
          </p:nvSpPr>
          <p:spPr>
            <a:xfrm>
              <a:off x="3749657" y="762000"/>
              <a:ext cx="31800" cy="381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2" name="Google Shape;5042;p26"/>
            <p:cNvSpPr/>
            <p:nvPr/>
          </p:nvSpPr>
          <p:spPr>
            <a:xfrm>
              <a:off x="3775103"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3" name="Google Shape;5043;p26"/>
            <p:cNvSpPr/>
            <p:nvPr/>
          </p:nvSpPr>
          <p:spPr>
            <a:xfrm>
              <a:off x="3800549" y="762000"/>
              <a:ext cx="31800" cy="381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4" name="Google Shape;5044;p26"/>
            <p:cNvSpPr/>
            <p:nvPr/>
          </p:nvSpPr>
          <p:spPr>
            <a:xfrm>
              <a:off x="3825995" y="762000"/>
              <a:ext cx="31800" cy="381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5" name="Google Shape;5045;p26"/>
            <p:cNvSpPr/>
            <p:nvPr/>
          </p:nvSpPr>
          <p:spPr>
            <a:xfrm>
              <a:off x="3851441"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6" name="Google Shape;5046;p26"/>
            <p:cNvSpPr/>
            <p:nvPr/>
          </p:nvSpPr>
          <p:spPr>
            <a:xfrm>
              <a:off x="3876886" y="762000"/>
              <a:ext cx="31800" cy="381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7" name="Google Shape;5047;p26"/>
            <p:cNvSpPr/>
            <p:nvPr/>
          </p:nvSpPr>
          <p:spPr>
            <a:xfrm>
              <a:off x="3902332"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8" name="Google Shape;5048;p26"/>
            <p:cNvSpPr/>
            <p:nvPr/>
          </p:nvSpPr>
          <p:spPr>
            <a:xfrm>
              <a:off x="3927778" y="762000"/>
              <a:ext cx="31800" cy="381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49" name="Google Shape;5049;p26"/>
            <p:cNvSpPr/>
            <p:nvPr/>
          </p:nvSpPr>
          <p:spPr>
            <a:xfrm>
              <a:off x="3953224" y="762000"/>
              <a:ext cx="31800" cy="381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0" name="Google Shape;5050;p26"/>
            <p:cNvSpPr/>
            <p:nvPr/>
          </p:nvSpPr>
          <p:spPr>
            <a:xfrm>
              <a:off x="3978670"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1" name="Google Shape;5051;p26"/>
            <p:cNvSpPr/>
            <p:nvPr/>
          </p:nvSpPr>
          <p:spPr>
            <a:xfrm>
              <a:off x="4004116" y="762000"/>
              <a:ext cx="31800" cy="381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2" name="Google Shape;5052;p26"/>
            <p:cNvSpPr/>
            <p:nvPr/>
          </p:nvSpPr>
          <p:spPr>
            <a:xfrm>
              <a:off x="4029562" y="762000"/>
              <a:ext cx="31800" cy="381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3" name="Google Shape;5053;p26"/>
            <p:cNvSpPr/>
            <p:nvPr/>
          </p:nvSpPr>
          <p:spPr>
            <a:xfrm>
              <a:off x="4055008"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4" name="Google Shape;5054;p26"/>
            <p:cNvSpPr/>
            <p:nvPr/>
          </p:nvSpPr>
          <p:spPr>
            <a:xfrm>
              <a:off x="4080453" y="762000"/>
              <a:ext cx="31800" cy="381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5" name="Google Shape;5055;p26"/>
            <p:cNvSpPr/>
            <p:nvPr/>
          </p:nvSpPr>
          <p:spPr>
            <a:xfrm>
              <a:off x="4105899"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6" name="Google Shape;5056;p26"/>
            <p:cNvSpPr/>
            <p:nvPr/>
          </p:nvSpPr>
          <p:spPr>
            <a:xfrm>
              <a:off x="4131345" y="762000"/>
              <a:ext cx="31800" cy="381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57" name="Google Shape;5057;p26"/>
            <p:cNvSpPr/>
            <p:nvPr/>
          </p:nvSpPr>
          <p:spPr>
            <a:xfrm>
              <a:off x="4156791" y="762000"/>
              <a:ext cx="31800" cy="381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058" name="Google Shape;5058;p26"/>
          <p:cNvSpPr txBox="1"/>
          <p:nvPr/>
        </p:nvSpPr>
        <p:spPr>
          <a:xfrm>
            <a:off x="238125" y="857250"/>
            <a:ext cx="8667900" cy="38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tLang="ja" sz="1600">
                <a:solidFill>
                  <a:srgbClr val="333333"/>
                </a:solidFill>
              </a:rPr>
              <a:t>Risk management framework enabling immediate response to unforeseen events.</a:t>
            </a:r>
            <a:endParaRPr lang="en-US" altLang="ja" sz="1600" dirty="0">
              <a:solidFill>
                <a:srgbClr val="333333"/>
              </a:solidFill>
            </a:endParaRPr>
          </a:p>
        </p:txBody>
      </p:sp>
      <p:sp>
        <p:nvSpPr>
          <p:cNvPr id="5059" name="Google Shape;5059;p26"/>
          <p:cNvSpPr/>
          <p:nvPr/>
        </p:nvSpPr>
        <p:spPr>
          <a:xfrm>
            <a:off x="238125" y="1695450"/>
            <a:ext cx="1143000" cy="619200"/>
          </a:xfrm>
          <a:prstGeom prst="rect">
            <a:avLst/>
          </a:prstGeom>
          <a:solidFill>
            <a:srgbClr val="A1EFF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b="1">
                <a:solidFill>
                  <a:schemeClr val="tx1"/>
                </a:solidFill>
              </a:rPr>
              <a:t>STEP 1</a:t>
            </a:r>
            <a:endParaRPr b="1">
              <a:solidFill>
                <a:schemeClr val="tx1"/>
              </a:solidFill>
            </a:endParaRPr>
          </a:p>
        </p:txBody>
      </p:sp>
      <p:sp>
        <p:nvSpPr>
          <p:cNvPr id="5060" name="Google Shape;5060;p26"/>
          <p:cNvSpPr/>
          <p:nvPr/>
        </p:nvSpPr>
        <p:spPr>
          <a:xfrm>
            <a:off x="1381125" y="1695450"/>
            <a:ext cx="7524900" cy="619200"/>
          </a:xfrm>
          <a:prstGeom prst="rect">
            <a:avLst/>
          </a:prstGeom>
          <a:solidFill>
            <a:srgbClr val="EBF3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1" name="Google Shape;5061;p26"/>
          <p:cNvSpPr txBox="1"/>
          <p:nvPr/>
        </p:nvSpPr>
        <p:spPr>
          <a:xfrm>
            <a:off x="1571625" y="1695450"/>
            <a:ext cx="714390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Immediate Additional Futures Hedge</a:t>
            </a:r>
          </a:p>
        </p:txBody>
      </p:sp>
      <p:sp>
        <p:nvSpPr>
          <p:cNvPr id="5062" name="Google Shape;5062;p26"/>
          <p:cNvSpPr/>
          <p:nvPr/>
        </p:nvSpPr>
        <p:spPr>
          <a:xfrm>
            <a:off x="733425" y="2314575"/>
            <a:ext cx="152400" cy="142800"/>
          </a:xfrm>
          <a:prstGeom prst="downArrow">
            <a:avLst>
              <a:gd name="adj1" fmla="val 50000"/>
              <a:gd name="adj2" fmla="val 50000"/>
            </a:avLst>
          </a:prstGeom>
          <a:solidFill>
            <a:srgbClr val="D5E9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endParaRPr>
          </a:p>
        </p:txBody>
      </p:sp>
      <p:sp>
        <p:nvSpPr>
          <p:cNvPr id="5063" name="Google Shape;5063;p26"/>
          <p:cNvSpPr/>
          <p:nvPr/>
        </p:nvSpPr>
        <p:spPr>
          <a:xfrm>
            <a:off x="238125" y="2457450"/>
            <a:ext cx="1143000" cy="619200"/>
          </a:xfrm>
          <a:prstGeom prst="rect">
            <a:avLst/>
          </a:prstGeom>
          <a:solidFill>
            <a:srgbClr val="82EAF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b="1">
                <a:solidFill>
                  <a:schemeClr val="tx1"/>
                </a:solidFill>
              </a:rPr>
              <a:t>STEP 2</a:t>
            </a:r>
            <a:endParaRPr b="1">
              <a:solidFill>
                <a:schemeClr val="tx1"/>
              </a:solidFill>
            </a:endParaRPr>
          </a:p>
        </p:txBody>
      </p:sp>
      <p:sp>
        <p:nvSpPr>
          <p:cNvPr id="5064" name="Google Shape;5064;p26"/>
          <p:cNvSpPr/>
          <p:nvPr/>
        </p:nvSpPr>
        <p:spPr>
          <a:xfrm>
            <a:off x="1381125" y="2457450"/>
            <a:ext cx="7524900" cy="619200"/>
          </a:xfrm>
          <a:prstGeom prst="rect">
            <a:avLst/>
          </a:prstGeom>
          <a:solidFill>
            <a:srgbClr val="EBF3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5" name="Google Shape;5065;p26"/>
          <p:cNvSpPr txBox="1"/>
          <p:nvPr/>
        </p:nvSpPr>
        <p:spPr>
          <a:xfrm>
            <a:off x="1571625" y="2457450"/>
            <a:ext cx="714390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Additional Put Option Purchases</a:t>
            </a:r>
          </a:p>
        </p:txBody>
      </p:sp>
      <p:sp>
        <p:nvSpPr>
          <p:cNvPr id="5066" name="Google Shape;5066;p26"/>
          <p:cNvSpPr/>
          <p:nvPr/>
        </p:nvSpPr>
        <p:spPr>
          <a:xfrm>
            <a:off x="733425" y="3076575"/>
            <a:ext cx="152400" cy="142800"/>
          </a:xfrm>
          <a:prstGeom prst="downArrow">
            <a:avLst>
              <a:gd name="adj1" fmla="val 50000"/>
              <a:gd name="adj2" fmla="val 50000"/>
            </a:avLst>
          </a:prstGeom>
          <a:solidFill>
            <a:srgbClr val="D5E9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endParaRPr>
          </a:p>
        </p:txBody>
      </p:sp>
      <p:sp>
        <p:nvSpPr>
          <p:cNvPr id="5067" name="Google Shape;5067;p26"/>
          <p:cNvSpPr/>
          <p:nvPr/>
        </p:nvSpPr>
        <p:spPr>
          <a:xfrm>
            <a:off x="238125" y="3219450"/>
            <a:ext cx="1143000" cy="619200"/>
          </a:xfrm>
          <a:prstGeom prst="rect">
            <a:avLst/>
          </a:prstGeom>
          <a:solidFill>
            <a:srgbClr val="62E4F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b="1">
                <a:solidFill>
                  <a:schemeClr val="tx1"/>
                </a:solidFill>
              </a:rPr>
              <a:t>STEP 3</a:t>
            </a:r>
            <a:endParaRPr b="1">
              <a:solidFill>
                <a:schemeClr val="tx1"/>
              </a:solidFill>
            </a:endParaRPr>
          </a:p>
        </p:txBody>
      </p:sp>
      <p:sp>
        <p:nvSpPr>
          <p:cNvPr id="5068" name="Google Shape;5068;p26"/>
          <p:cNvSpPr/>
          <p:nvPr/>
        </p:nvSpPr>
        <p:spPr>
          <a:xfrm>
            <a:off x="1381125" y="3219450"/>
            <a:ext cx="7524900" cy="619200"/>
          </a:xfrm>
          <a:prstGeom prst="rect">
            <a:avLst/>
          </a:prstGeom>
          <a:solidFill>
            <a:srgbClr val="EBF3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69" name="Google Shape;5069;p26"/>
          <p:cNvSpPr txBox="1"/>
          <p:nvPr/>
        </p:nvSpPr>
        <p:spPr>
          <a:xfrm>
            <a:off x="1571625" y="3219450"/>
            <a:ext cx="714390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Liquidity Asset Diversification and Securing</a:t>
            </a:r>
          </a:p>
        </p:txBody>
      </p:sp>
      <p:sp>
        <p:nvSpPr>
          <p:cNvPr id="5070" name="Google Shape;5070;p26"/>
          <p:cNvSpPr/>
          <p:nvPr/>
        </p:nvSpPr>
        <p:spPr>
          <a:xfrm>
            <a:off x="733425" y="3838575"/>
            <a:ext cx="152400" cy="142800"/>
          </a:xfrm>
          <a:prstGeom prst="downArrow">
            <a:avLst>
              <a:gd name="adj1" fmla="val 50000"/>
              <a:gd name="adj2" fmla="val 50000"/>
            </a:avLst>
          </a:prstGeom>
          <a:solidFill>
            <a:srgbClr val="D5E9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tx1"/>
              </a:solidFill>
            </a:endParaRPr>
          </a:p>
        </p:txBody>
      </p:sp>
      <p:sp>
        <p:nvSpPr>
          <p:cNvPr id="5071" name="Google Shape;5071;p26"/>
          <p:cNvSpPr/>
          <p:nvPr/>
        </p:nvSpPr>
        <p:spPr>
          <a:xfrm>
            <a:off x="238125" y="3981450"/>
            <a:ext cx="1143000" cy="6192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ja" b="1">
                <a:solidFill>
                  <a:schemeClr val="tx1"/>
                </a:solidFill>
              </a:rPr>
              <a:t>STEP 4</a:t>
            </a:r>
            <a:endParaRPr b="1">
              <a:solidFill>
                <a:schemeClr val="tx1"/>
              </a:solidFill>
            </a:endParaRPr>
          </a:p>
        </p:txBody>
      </p:sp>
      <p:sp>
        <p:nvSpPr>
          <p:cNvPr id="5072" name="Google Shape;5072;p26"/>
          <p:cNvSpPr/>
          <p:nvPr/>
        </p:nvSpPr>
        <p:spPr>
          <a:xfrm>
            <a:off x="1381125" y="3981450"/>
            <a:ext cx="7524900" cy="619200"/>
          </a:xfrm>
          <a:prstGeom prst="rect">
            <a:avLst/>
          </a:prstGeom>
          <a:solidFill>
            <a:srgbClr val="EBF3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3" name="Google Shape;5073;p26"/>
          <p:cNvSpPr txBox="1"/>
          <p:nvPr/>
        </p:nvSpPr>
        <p:spPr>
          <a:xfrm>
            <a:off x="1571625" y="3981450"/>
            <a:ext cx="7143900" cy="619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ltLang="ja" dirty="0">
                <a:solidFill>
                  <a:srgbClr val="333333"/>
                </a:solidFill>
              </a:rPr>
              <a:t>Portfolio Redesign and Reporting</a:t>
            </a:r>
          </a:p>
        </p:txBody>
      </p:sp>
      <p:grpSp>
        <p:nvGrpSpPr>
          <p:cNvPr id="5074" name="Google Shape;5074;p26"/>
          <p:cNvGrpSpPr/>
          <p:nvPr/>
        </p:nvGrpSpPr>
        <p:grpSpPr>
          <a:xfrm>
            <a:off x="0" y="5086350"/>
            <a:ext cx="9150400" cy="57300"/>
            <a:chOff x="0" y="5086350"/>
            <a:chExt cx="9150400" cy="57300"/>
          </a:xfrm>
        </p:grpSpPr>
        <p:sp>
          <p:nvSpPr>
            <p:cNvPr id="5075" name="Google Shape;5075;p26"/>
            <p:cNvSpPr/>
            <p:nvPr/>
          </p:nvSpPr>
          <p:spPr>
            <a:xfrm>
              <a:off x="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6" name="Google Shape;5076;p26"/>
            <p:cNvSpPr/>
            <p:nvPr/>
          </p:nvSpPr>
          <p:spPr>
            <a:xfrm>
              <a:off x="25400" y="5086350"/>
              <a:ext cx="31800" cy="57300"/>
            </a:xfrm>
            <a:prstGeom prst="rect">
              <a:avLst/>
            </a:prstGeom>
            <a:solidFill>
              <a:srgbClr val="43DFF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7" name="Google Shape;5077;p26"/>
            <p:cNvSpPr/>
            <p:nvPr/>
          </p:nvSpPr>
          <p:spPr>
            <a:xfrm>
              <a:off x="508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8" name="Google Shape;5078;p26"/>
            <p:cNvSpPr/>
            <p:nvPr/>
          </p:nvSpPr>
          <p:spPr>
            <a:xfrm>
              <a:off x="762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79" name="Google Shape;5079;p26"/>
            <p:cNvSpPr/>
            <p:nvPr/>
          </p:nvSpPr>
          <p:spPr>
            <a:xfrm>
              <a:off x="1016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0" name="Google Shape;5080;p26"/>
            <p:cNvSpPr/>
            <p:nvPr/>
          </p:nvSpPr>
          <p:spPr>
            <a:xfrm>
              <a:off x="127000" y="5086350"/>
              <a:ext cx="31800" cy="57300"/>
            </a:xfrm>
            <a:prstGeom prst="rect">
              <a:avLst/>
            </a:prstGeom>
            <a:solidFill>
              <a:srgbClr val="43DF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1" name="Google Shape;5081;p26"/>
            <p:cNvSpPr/>
            <p:nvPr/>
          </p:nvSpPr>
          <p:spPr>
            <a:xfrm>
              <a:off x="1524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2" name="Google Shape;5082;p26"/>
            <p:cNvSpPr/>
            <p:nvPr/>
          </p:nvSpPr>
          <p:spPr>
            <a:xfrm>
              <a:off x="1778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3" name="Google Shape;5083;p26"/>
            <p:cNvSpPr/>
            <p:nvPr/>
          </p:nvSpPr>
          <p:spPr>
            <a:xfrm>
              <a:off x="2032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4" name="Google Shape;5084;p26"/>
            <p:cNvSpPr/>
            <p:nvPr/>
          </p:nvSpPr>
          <p:spPr>
            <a:xfrm>
              <a:off x="228600" y="5086350"/>
              <a:ext cx="31800" cy="57300"/>
            </a:xfrm>
            <a:prstGeom prst="rect">
              <a:avLst/>
            </a:prstGeom>
            <a:solidFill>
              <a:srgbClr val="43E0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5" name="Google Shape;5085;p26"/>
            <p:cNvSpPr/>
            <p:nvPr/>
          </p:nvSpPr>
          <p:spPr>
            <a:xfrm>
              <a:off x="2540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6" name="Google Shape;5086;p26"/>
            <p:cNvSpPr/>
            <p:nvPr/>
          </p:nvSpPr>
          <p:spPr>
            <a:xfrm>
              <a:off x="279400" y="5086350"/>
              <a:ext cx="31800" cy="57300"/>
            </a:xfrm>
            <a:prstGeom prst="rect">
              <a:avLst/>
            </a:prstGeom>
            <a:solidFill>
              <a:srgbClr val="43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7" name="Google Shape;5087;p26"/>
            <p:cNvSpPr/>
            <p:nvPr/>
          </p:nvSpPr>
          <p:spPr>
            <a:xfrm>
              <a:off x="3048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8" name="Google Shape;5088;p26"/>
            <p:cNvSpPr/>
            <p:nvPr/>
          </p:nvSpPr>
          <p:spPr>
            <a:xfrm>
              <a:off x="330200" y="5086350"/>
              <a:ext cx="31800" cy="57300"/>
            </a:xfrm>
            <a:prstGeom prst="rect">
              <a:avLst/>
            </a:prstGeom>
            <a:solidFill>
              <a:srgbClr val="44E0F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89" name="Google Shape;5089;p26"/>
            <p:cNvSpPr/>
            <p:nvPr/>
          </p:nvSpPr>
          <p:spPr>
            <a:xfrm>
              <a:off x="3556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0" name="Google Shape;5090;p26"/>
            <p:cNvSpPr/>
            <p:nvPr/>
          </p:nvSpPr>
          <p:spPr>
            <a:xfrm>
              <a:off x="3810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1" name="Google Shape;5091;p26"/>
            <p:cNvSpPr/>
            <p:nvPr/>
          </p:nvSpPr>
          <p:spPr>
            <a:xfrm>
              <a:off x="406400" y="5086350"/>
              <a:ext cx="31800" cy="57300"/>
            </a:xfrm>
            <a:prstGeom prst="rect">
              <a:avLst/>
            </a:prstGeom>
            <a:solidFill>
              <a:srgbClr val="44E0F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2" name="Google Shape;5092;p26"/>
            <p:cNvSpPr/>
            <p:nvPr/>
          </p:nvSpPr>
          <p:spPr>
            <a:xfrm>
              <a:off x="4318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3" name="Google Shape;5093;p26"/>
            <p:cNvSpPr/>
            <p:nvPr/>
          </p:nvSpPr>
          <p:spPr>
            <a:xfrm>
              <a:off x="4572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4" name="Google Shape;5094;p26"/>
            <p:cNvSpPr/>
            <p:nvPr/>
          </p:nvSpPr>
          <p:spPr>
            <a:xfrm>
              <a:off x="4826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5" name="Google Shape;5095;p26"/>
            <p:cNvSpPr/>
            <p:nvPr/>
          </p:nvSpPr>
          <p:spPr>
            <a:xfrm>
              <a:off x="508000" y="5086350"/>
              <a:ext cx="31800" cy="57300"/>
            </a:xfrm>
            <a:prstGeom prst="rect">
              <a:avLst/>
            </a:prstGeom>
            <a:solidFill>
              <a:srgbClr val="44E1E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6" name="Google Shape;5096;p26"/>
            <p:cNvSpPr/>
            <p:nvPr/>
          </p:nvSpPr>
          <p:spPr>
            <a:xfrm>
              <a:off x="5334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7" name="Google Shape;5097;p26"/>
            <p:cNvSpPr/>
            <p:nvPr/>
          </p:nvSpPr>
          <p:spPr>
            <a:xfrm>
              <a:off x="5588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8" name="Google Shape;5098;p26"/>
            <p:cNvSpPr/>
            <p:nvPr/>
          </p:nvSpPr>
          <p:spPr>
            <a:xfrm>
              <a:off x="5842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099" name="Google Shape;5099;p26"/>
            <p:cNvSpPr/>
            <p:nvPr/>
          </p:nvSpPr>
          <p:spPr>
            <a:xfrm>
              <a:off x="609600" y="5086350"/>
              <a:ext cx="31800" cy="57300"/>
            </a:xfrm>
            <a:prstGeom prst="rect">
              <a:avLst/>
            </a:prstGeom>
            <a:solidFill>
              <a:srgbClr val="44E1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0" name="Google Shape;5100;p26"/>
            <p:cNvSpPr/>
            <p:nvPr/>
          </p:nvSpPr>
          <p:spPr>
            <a:xfrm>
              <a:off x="6350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1" name="Google Shape;5101;p26"/>
            <p:cNvSpPr/>
            <p:nvPr/>
          </p:nvSpPr>
          <p:spPr>
            <a:xfrm>
              <a:off x="6604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2" name="Google Shape;5102;p26"/>
            <p:cNvSpPr/>
            <p:nvPr/>
          </p:nvSpPr>
          <p:spPr>
            <a:xfrm>
              <a:off x="6858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3" name="Google Shape;5103;p26"/>
            <p:cNvSpPr/>
            <p:nvPr/>
          </p:nvSpPr>
          <p:spPr>
            <a:xfrm>
              <a:off x="711200" y="5086350"/>
              <a:ext cx="31800" cy="57300"/>
            </a:xfrm>
            <a:prstGeom prst="rect">
              <a:avLst/>
            </a:prstGeom>
            <a:solidFill>
              <a:srgbClr val="44E1E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4" name="Google Shape;5104;p26"/>
            <p:cNvSpPr/>
            <p:nvPr/>
          </p:nvSpPr>
          <p:spPr>
            <a:xfrm>
              <a:off x="7366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5" name="Google Shape;5105;p26"/>
            <p:cNvSpPr/>
            <p:nvPr/>
          </p:nvSpPr>
          <p:spPr>
            <a:xfrm>
              <a:off x="7620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6" name="Google Shape;5106;p26"/>
            <p:cNvSpPr/>
            <p:nvPr/>
          </p:nvSpPr>
          <p:spPr>
            <a:xfrm>
              <a:off x="787400" y="5086350"/>
              <a:ext cx="31800" cy="57300"/>
            </a:xfrm>
            <a:prstGeom prst="rect">
              <a:avLst/>
            </a:prstGeom>
            <a:solidFill>
              <a:srgbClr val="44E2E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7" name="Google Shape;5107;p26"/>
            <p:cNvSpPr/>
            <p:nvPr/>
          </p:nvSpPr>
          <p:spPr>
            <a:xfrm>
              <a:off x="8128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8" name="Google Shape;5108;p26"/>
            <p:cNvSpPr/>
            <p:nvPr/>
          </p:nvSpPr>
          <p:spPr>
            <a:xfrm>
              <a:off x="8382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09" name="Google Shape;5109;p26"/>
            <p:cNvSpPr/>
            <p:nvPr/>
          </p:nvSpPr>
          <p:spPr>
            <a:xfrm>
              <a:off x="8636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0" name="Google Shape;5110;p26"/>
            <p:cNvSpPr/>
            <p:nvPr/>
          </p:nvSpPr>
          <p:spPr>
            <a:xfrm>
              <a:off x="889000" y="5086350"/>
              <a:ext cx="31800" cy="57300"/>
            </a:xfrm>
            <a:prstGeom prst="rect">
              <a:avLst/>
            </a:prstGeom>
            <a:solidFill>
              <a:srgbClr val="44E2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1" name="Google Shape;5111;p26"/>
            <p:cNvSpPr/>
            <p:nvPr/>
          </p:nvSpPr>
          <p:spPr>
            <a:xfrm>
              <a:off x="9144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2" name="Google Shape;5112;p26"/>
            <p:cNvSpPr/>
            <p:nvPr/>
          </p:nvSpPr>
          <p:spPr>
            <a:xfrm>
              <a:off x="9398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3" name="Google Shape;5113;p26"/>
            <p:cNvSpPr/>
            <p:nvPr/>
          </p:nvSpPr>
          <p:spPr>
            <a:xfrm>
              <a:off x="9652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4" name="Google Shape;5114;p26"/>
            <p:cNvSpPr/>
            <p:nvPr/>
          </p:nvSpPr>
          <p:spPr>
            <a:xfrm>
              <a:off x="990600" y="5086350"/>
              <a:ext cx="31800" cy="57300"/>
            </a:xfrm>
            <a:prstGeom prst="rect">
              <a:avLst/>
            </a:prstGeom>
            <a:solidFill>
              <a:srgbClr val="45E2E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5" name="Google Shape;5115;p26"/>
            <p:cNvSpPr/>
            <p:nvPr/>
          </p:nvSpPr>
          <p:spPr>
            <a:xfrm>
              <a:off x="10160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6" name="Google Shape;5116;p26"/>
            <p:cNvSpPr/>
            <p:nvPr/>
          </p:nvSpPr>
          <p:spPr>
            <a:xfrm>
              <a:off x="10414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7" name="Google Shape;5117;p26"/>
            <p:cNvSpPr/>
            <p:nvPr/>
          </p:nvSpPr>
          <p:spPr>
            <a:xfrm>
              <a:off x="10668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8" name="Google Shape;5118;p26"/>
            <p:cNvSpPr/>
            <p:nvPr/>
          </p:nvSpPr>
          <p:spPr>
            <a:xfrm>
              <a:off x="1092200" y="5086350"/>
              <a:ext cx="31800" cy="57300"/>
            </a:xfrm>
            <a:prstGeom prst="rect">
              <a:avLst/>
            </a:prstGeom>
            <a:solidFill>
              <a:srgbClr val="45E3E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19" name="Google Shape;5119;p26"/>
            <p:cNvSpPr/>
            <p:nvPr/>
          </p:nvSpPr>
          <p:spPr>
            <a:xfrm>
              <a:off x="11176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0" name="Google Shape;5120;p26"/>
            <p:cNvSpPr/>
            <p:nvPr/>
          </p:nvSpPr>
          <p:spPr>
            <a:xfrm>
              <a:off x="11430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1" name="Google Shape;5121;p26"/>
            <p:cNvSpPr/>
            <p:nvPr/>
          </p:nvSpPr>
          <p:spPr>
            <a:xfrm>
              <a:off x="1168400" y="5086350"/>
              <a:ext cx="31800" cy="57300"/>
            </a:xfrm>
            <a:prstGeom prst="rect">
              <a:avLst/>
            </a:prstGeom>
            <a:solidFill>
              <a:srgbClr val="45E3E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2" name="Google Shape;5122;p26"/>
            <p:cNvSpPr/>
            <p:nvPr/>
          </p:nvSpPr>
          <p:spPr>
            <a:xfrm>
              <a:off x="11938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3" name="Google Shape;5123;p26"/>
            <p:cNvSpPr/>
            <p:nvPr/>
          </p:nvSpPr>
          <p:spPr>
            <a:xfrm>
              <a:off x="12192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4" name="Google Shape;5124;p26"/>
            <p:cNvSpPr/>
            <p:nvPr/>
          </p:nvSpPr>
          <p:spPr>
            <a:xfrm>
              <a:off x="12446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5" name="Google Shape;5125;p26"/>
            <p:cNvSpPr/>
            <p:nvPr/>
          </p:nvSpPr>
          <p:spPr>
            <a:xfrm>
              <a:off x="1270000" y="5086350"/>
              <a:ext cx="31800" cy="57300"/>
            </a:xfrm>
            <a:prstGeom prst="rect">
              <a:avLst/>
            </a:prstGeom>
            <a:solidFill>
              <a:srgbClr val="45E3E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6" name="Google Shape;5126;p26"/>
            <p:cNvSpPr/>
            <p:nvPr/>
          </p:nvSpPr>
          <p:spPr>
            <a:xfrm>
              <a:off x="12954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7" name="Google Shape;5127;p26"/>
            <p:cNvSpPr/>
            <p:nvPr/>
          </p:nvSpPr>
          <p:spPr>
            <a:xfrm>
              <a:off x="13208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8" name="Google Shape;5128;p26"/>
            <p:cNvSpPr/>
            <p:nvPr/>
          </p:nvSpPr>
          <p:spPr>
            <a:xfrm>
              <a:off x="13462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29" name="Google Shape;5129;p26"/>
            <p:cNvSpPr/>
            <p:nvPr/>
          </p:nvSpPr>
          <p:spPr>
            <a:xfrm>
              <a:off x="1371600" y="5086350"/>
              <a:ext cx="31800" cy="57300"/>
            </a:xfrm>
            <a:prstGeom prst="rect">
              <a:avLst/>
            </a:prstGeom>
            <a:solidFill>
              <a:srgbClr val="45E4E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0" name="Google Shape;5130;p26"/>
            <p:cNvSpPr/>
            <p:nvPr/>
          </p:nvSpPr>
          <p:spPr>
            <a:xfrm>
              <a:off x="13970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1" name="Google Shape;5131;p26"/>
            <p:cNvSpPr/>
            <p:nvPr/>
          </p:nvSpPr>
          <p:spPr>
            <a:xfrm>
              <a:off x="14224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2" name="Google Shape;5132;p26"/>
            <p:cNvSpPr/>
            <p:nvPr/>
          </p:nvSpPr>
          <p:spPr>
            <a:xfrm>
              <a:off x="1447800" y="5086350"/>
              <a:ext cx="31800" cy="57300"/>
            </a:xfrm>
            <a:prstGeom prst="rect">
              <a:avLst/>
            </a:prstGeom>
            <a:solidFill>
              <a:srgbClr val="45E4E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3" name="Google Shape;5133;p26"/>
            <p:cNvSpPr/>
            <p:nvPr/>
          </p:nvSpPr>
          <p:spPr>
            <a:xfrm>
              <a:off x="14732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4" name="Google Shape;5134;p26"/>
            <p:cNvSpPr/>
            <p:nvPr/>
          </p:nvSpPr>
          <p:spPr>
            <a:xfrm>
              <a:off x="1498600" y="5086350"/>
              <a:ext cx="31800" cy="57300"/>
            </a:xfrm>
            <a:prstGeom prst="rect">
              <a:avLst/>
            </a:prstGeom>
            <a:solidFill>
              <a:srgbClr val="45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5" name="Google Shape;5135;p26"/>
            <p:cNvSpPr/>
            <p:nvPr/>
          </p:nvSpPr>
          <p:spPr>
            <a:xfrm>
              <a:off x="15240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6" name="Google Shape;5136;p26"/>
            <p:cNvSpPr/>
            <p:nvPr/>
          </p:nvSpPr>
          <p:spPr>
            <a:xfrm>
              <a:off x="1549400" y="5086350"/>
              <a:ext cx="31800" cy="57300"/>
            </a:xfrm>
            <a:prstGeom prst="rect">
              <a:avLst/>
            </a:prstGeom>
            <a:solidFill>
              <a:srgbClr val="46E4E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7" name="Google Shape;5137;p26"/>
            <p:cNvSpPr/>
            <p:nvPr/>
          </p:nvSpPr>
          <p:spPr>
            <a:xfrm>
              <a:off x="15748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8" name="Google Shape;5138;p26"/>
            <p:cNvSpPr/>
            <p:nvPr/>
          </p:nvSpPr>
          <p:spPr>
            <a:xfrm>
              <a:off x="16002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39" name="Google Shape;5139;p26"/>
            <p:cNvSpPr/>
            <p:nvPr/>
          </p:nvSpPr>
          <p:spPr>
            <a:xfrm>
              <a:off x="16256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0" name="Google Shape;5140;p26"/>
            <p:cNvSpPr/>
            <p:nvPr/>
          </p:nvSpPr>
          <p:spPr>
            <a:xfrm>
              <a:off x="1651000" y="5086350"/>
              <a:ext cx="31800" cy="57300"/>
            </a:xfrm>
            <a:prstGeom prst="rect">
              <a:avLst/>
            </a:prstGeom>
            <a:solidFill>
              <a:srgbClr val="46E5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1" name="Google Shape;5141;p26"/>
            <p:cNvSpPr/>
            <p:nvPr/>
          </p:nvSpPr>
          <p:spPr>
            <a:xfrm>
              <a:off x="16764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2" name="Google Shape;5142;p26"/>
            <p:cNvSpPr/>
            <p:nvPr/>
          </p:nvSpPr>
          <p:spPr>
            <a:xfrm>
              <a:off x="17018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3" name="Google Shape;5143;p26"/>
            <p:cNvSpPr/>
            <p:nvPr/>
          </p:nvSpPr>
          <p:spPr>
            <a:xfrm>
              <a:off x="17272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4" name="Google Shape;5144;p26"/>
            <p:cNvSpPr/>
            <p:nvPr/>
          </p:nvSpPr>
          <p:spPr>
            <a:xfrm>
              <a:off x="1752600" y="5086350"/>
              <a:ext cx="31800" cy="57300"/>
            </a:xfrm>
            <a:prstGeom prst="rect">
              <a:avLst/>
            </a:prstGeom>
            <a:solidFill>
              <a:srgbClr val="46E5E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5" name="Google Shape;5145;p26"/>
            <p:cNvSpPr/>
            <p:nvPr/>
          </p:nvSpPr>
          <p:spPr>
            <a:xfrm>
              <a:off x="17780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6" name="Google Shape;5146;p26"/>
            <p:cNvSpPr/>
            <p:nvPr/>
          </p:nvSpPr>
          <p:spPr>
            <a:xfrm>
              <a:off x="18034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7" name="Google Shape;5147;p26"/>
            <p:cNvSpPr/>
            <p:nvPr/>
          </p:nvSpPr>
          <p:spPr>
            <a:xfrm>
              <a:off x="1828800" y="5086350"/>
              <a:ext cx="31800" cy="57300"/>
            </a:xfrm>
            <a:prstGeom prst="rect">
              <a:avLst/>
            </a:prstGeom>
            <a:solidFill>
              <a:srgbClr val="46E5E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8" name="Google Shape;5148;p26"/>
            <p:cNvSpPr/>
            <p:nvPr/>
          </p:nvSpPr>
          <p:spPr>
            <a:xfrm>
              <a:off x="18542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49" name="Google Shape;5149;p26"/>
            <p:cNvSpPr/>
            <p:nvPr/>
          </p:nvSpPr>
          <p:spPr>
            <a:xfrm>
              <a:off x="18796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0" name="Google Shape;5150;p26"/>
            <p:cNvSpPr/>
            <p:nvPr/>
          </p:nvSpPr>
          <p:spPr>
            <a:xfrm>
              <a:off x="19050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1" name="Google Shape;5151;p26"/>
            <p:cNvSpPr/>
            <p:nvPr/>
          </p:nvSpPr>
          <p:spPr>
            <a:xfrm>
              <a:off x="1930400" y="5086350"/>
              <a:ext cx="31800" cy="57300"/>
            </a:xfrm>
            <a:prstGeom prst="rect">
              <a:avLst/>
            </a:prstGeom>
            <a:solidFill>
              <a:srgbClr val="46E6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2" name="Google Shape;5152;p26"/>
            <p:cNvSpPr/>
            <p:nvPr/>
          </p:nvSpPr>
          <p:spPr>
            <a:xfrm>
              <a:off x="19558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3" name="Google Shape;5153;p26"/>
            <p:cNvSpPr/>
            <p:nvPr/>
          </p:nvSpPr>
          <p:spPr>
            <a:xfrm>
              <a:off x="19812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4" name="Google Shape;5154;p26"/>
            <p:cNvSpPr/>
            <p:nvPr/>
          </p:nvSpPr>
          <p:spPr>
            <a:xfrm>
              <a:off x="20066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5" name="Google Shape;5155;p26"/>
            <p:cNvSpPr/>
            <p:nvPr/>
          </p:nvSpPr>
          <p:spPr>
            <a:xfrm>
              <a:off x="2032000" y="5086350"/>
              <a:ext cx="31800" cy="57300"/>
            </a:xfrm>
            <a:prstGeom prst="rect">
              <a:avLst/>
            </a:prstGeom>
            <a:solidFill>
              <a:srgbClr val="46E6D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6" name="Google Shape;5156;p26"/>
            <p:cNvSpPr/>
            <p:nvPr/>
          </p:nvSpPr>
          <p:spPr>
            <a:xfrm>
              <a:off x="20574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7" name="Google Shape;5157;p26"/>
            <p:cNvSpPr/>
            <p:nvPr/>
          </p:nvSpPr>
          <p:spPr>
            <a:xfrm>
              <a:off x="20828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8" name="Google Shape;5158;p26"/>
            <p:cNvSpPr/>
            <p:nvPr/>
          </p:nvSpPr>
          <p:spPr>
            <a:xfrm>
              <a:off x="2108200" y="5086350"/>
              <a:ext cx="31800" cy="57300"/>
            </a:xfrm>
            <a:prstGeom prst="rect">
              <a:avLst/>
            </a:prstGeom>
            <a:solidFill>
              <a:srgbClr val="46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59" name="Google Shape;5159;p26"/>
            <p:cNvSpPr/>
            <p:nvPr/>
          </p:nvSpPr>
          <p:spPr>
            <a:xfrm>
              <a:off x="2133600" y="5086350"/>
              <a:ext cx="31800" cy="57300"/>
            </a:xfrm>
            <a:prstGeom prst="rect">
              <a:avLst/>
            </a:prstGeom>
            <a:solidFill>
              <a:srgbClr val="47E6D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0" name="Google Shape;5160;p26"/>
            <p:cNvSpPr/>
            <p:nvPr/>
          </p:nvSpPr>
          <p:spPr>
            <a:xfrm>
              <a:off x="21590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1" name="Google Shape;5161;p26"/>
            <p:cNvSpPr/>
            <p:nvPr/>
          </p:nvSpPr>
          <p:spPr>
            <a:xfrm>
              <a:off x="21844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2" name="Google Shape;5162;p26"/>
            <p:cNvSpPr/>
            <p:nvPr/>
          </p:nvSpPr>
          <p:spPr>
            <a:xfrm>
              <a:off x="2209800" y="5086350"/>
              <a:ext cx="31800" cy="57300"/>
            </a:xfrm>
            <a:prstGeom prst="rect">
              <a:avLst/>
            </a:prstGeom>
            <a:solidFill>
              <a:srgbClr val="47E7D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3" name="Google Shape;5163;p26"/>
            <p:cNvSpPr/>
            <p:nvPr/>
          </p:nvSpPr>
          <p:spPr>
            <a:xfrm>
              <a:off x="22352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4" name="Google Shape;5164;p26"/>
            <p:cNvSpPr/>
            <p:nvPr/>
          </p:nvSpPr>
          <p:spPr>
            <a:xfrm>
              <a:off x="22606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5" name="Google Shape;5165;p26"/>
            <p:cNvSpPr/>
            <p:nvPr/>
          </p:nvSpPr>
          <p:spPr>
            <a:xfrm>
              <a:off x="22860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6" name="Google Shape;5166;p26"/>
            <p:cNvSpPr/>
            <p:nvPr/>
          </p:nvSpPr>
          <p:spPr>
            <a:xfrm>
              <a:off x="2311400" y="5086350"/>
              <a:ext cx="31800" cy="57300"/>
            </a:xfrm>
            <a:prstGeom prst="rect">
              <a:avLst/>
            </a:prstGeom>
            <a:solidFill>
              <a:srgbClr val="47E7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7" name="Google Shape;5167;p26"/>
            <p:cNvSpPr/>
            <p:nvPr/>
          </p:nvSpPr>
          <p:spPr>
            <a:xfrm>
              <a:off x="23368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8" name="Google Shape;5168;p26"/>
            <p:cNvSpPr/>
            <p:nvPr/>
          </p:nvSpPr>
          <p:spPr>
            <a:xfrm>
              <a:off x="23622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69" name="Google Shape;5169;p26"/>
            <p:cNvSpPr/>
            <p:nvPr/>
          </p:nvSpPr>
          <p:spPr>
            <a:xfrm>
              <a:off x="23876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0" name="Google Shape;5170;p26"/>
            <p:cNvSpPr/>
            <p:nvPr/>
          </p:nvSpPr>
          <p:spPr>
            <a:xfrm>
              <a:off x="2413000" y="5086350"/>
              <a:ext cx="31800" cy="57300"/>
            </a:xfrm>
            <a:prstGeom prst="rect">
              <a:avLst/>
            </a:prstGeom>
            <a:solidFill>
              <a:srgbClr val="47E7D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1" name="Google Shape;5171;p26"/>
            <p:cNvSpPr/>
            <p:nvPr/>
          </p:nvSpPr>
          <p:spPr>
            <a:xfrm>
              <a:off x="24384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2" name="Google Shape;5172;p26"/>
            <p:cNvSpPr/>
            <p:nvPr/>
          </p:nvSpPr>
          <p:spPr>
            <a:xfrm>
              <a:off x="24638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3" name="Google Shape;5173;p26"/>
            <p:cNvSpPr/>
            <p:nvPr/>
          </p:nvSpPr>
          <p:spPr>
            <a:xfrm>
              <a:off x="24892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4" name="Google Shape;5174;p26"/>
            <p:cNvSpPr/>
            <p:nvPr/>
          </p:nvSpPr>
          <p:spPr>
            <a:xfrm>
              <a:off x="2514600" y="5086350"/>
              <a:ext cx="31800" cy="57300"/>
            </a:xfrm>
            <a:prstGeom prst="rect">
              <a:avLst/>
            </a:prstGeom>
            <a:solidFill>
              <a:srgbClr val="47E8D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5" name="Google Shape;5175;p26"/>
            <p:cNvSpPr/>
            <p:nvPr/>
          </p:nvSpPr>
          <p:spPr>
            <a:xfrm>
              <a:off x="25400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6" name="Google Shape;5176;p26"/>
            <p:cNvSpPr/>
            <p:nvPr/>
          </p:nvSpPr>
          <p:spPr>
            <a:xfrm>
              <a:off x="25654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7" name="Google Shape;5177;p26"/>
            <p:cNvSpPr/>
            <p:nvPr/>
          </p:nvSpPr>
          <p:spPr>
            <a:xfrm>
              <a:off x="2590800" y="5086350"/>
              <a:ext cx="31800" cy="57300"/>
            </a:xfrm>
            <a:prstGeom prst="rect">
              <a:avLst/>
            </a:prstGeom>
            <a:solidFill>
              <a:srgbClr val="47E8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8" name="Google Shape;5178;p26"/>
            <p:cNvSpPr/>
            <p:nvPr/>
          </p:nvSpPr>
          <p:spPr>
            <a:xfrm>
              <a:off x="26162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79" name="Google Shape;5179;p26"/>
            <p:cNvSpPr/>
            <p:nvPr/>
          </p:nvSpPr>
          <p:spPr>
            <a:xfrm>
              <a:off x="26416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0" name="Google Shape;5180;p26"/>
            <p:cNvSpPr/>
            <p:nvPr/>
          </p:nvSpPr>
          <p:spPr>
            <a:xfrm>
              <a:off x="26670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1" name="Google Shape;5181;p26"/>
            <p:cNvSpPr/>
            <p:nvPr/>
          </p:nvSpPr>
          <p:spPr>
            <a:xfrm>
              <a:off x="2692400" y="5086350"/>
              <a:ext cx="31800" cy="57300"/>
            </a:xfrm>
            <a:prstGeom prst="rect">
              <a:avLst/>
            </a:prstGeom>
            <a:solidFill>
              <a:srgbClr val="47E8D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2" name="Google Shape;5182;p26"/>
            <p:cNvSpPr/>
            <p:nvPr/>
          </p:nvSpPr>
          <p:spPr>
            <a:xfrm>
              <a:off x="2717800" y="5086350"/>
              <a:ext cx="31800" cy="57300"/>
            </a:xfrm>
            <a:prstGeom prst="rect">
              <a:avLst/>
            </a:prstGeom>
            <a:solidFill>
              <a:srgbClr val="47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3" name="Google Shape;5183;p26"/>
            <p:cNvSpPr/>
            <p:nvPr/>
          </p:nvSpPr>
          <p:spPr>
            <a:xfrm>
              <a:off x="27432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4" name="Google Shape;5184;p26"/>
            <p:cNvSpPr/>
            <p:nvPr/>
          </p:nvSpPr>
          <p:spPr>
            <a:xfrm>
              <a:off x="27686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5" name="Google Shape;5185;p26"/>
            <p:cNvSpPr/>
            <p:nvPr/>
          </p:nvSpPr>
          <p:spPr>
            <a:xfrm>
              <a:off x="2794000" y="5086350"/>
              <a:ext cx="31800" cy="57300"/>
            </a:xfrm>
            <a:prstGeom prst="rect">
              <a:avLst/>
            </a:prstGeom>
            <a:solidFill>
              <a:srgbClr val="48E9D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6" name="Google Shape;5186;p26"/>
            <p:cNvSpPr/>
            <p:nvPr/>
          </p:nvSpPr>
          <p:spPr>
            <a:xfrm>
              <a:off x="28194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7" name="Google Shape;5187;p26"/>
            <p:cNvSpPr/>
            <p:nvPr/>
          </p:nvSpPr>
          <p:spPr>
            <a:xfrm>
              <a:off x="28448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8" name="Google Shape;5188;p26"/>
            <p:cNvSpPr/>
            <p:nvPr/>
          </p:nvSpPr>
          <p:spPr>
            <a:xfrm>
              <a:off x="28702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89" name="Google Shape;5189;p26"/>
            <p:cNvSpPr/>
            <p:nvPr/>
          </p:nvSpPr>
          <p:spPr>
            <a:xfrm>
              <a:off x="2895600" y="5086350"/>
              <a:ext cx="31800" cy="57300"/>
            </a:xfrm>
            <a:prstGeom prst="rect">
              <a:avLst/>
            </a:prstGeom>
            <a:solidFill>
              <a:srgbClr val="48E9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0" name="Google Shape;5190;p26"/>
            <p:cNvSpPr/>
            <p:nvPr/>
          </p:nvSpPr>
          <p:spPr>
            <a:xfrm>
              <a:off x="29210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1" name="Google Shape;5191;p26"/>
            <p:cNvSpPr/>
            <p:nvPr/>
          </p:nvSpPr>
          <p:spPr>
            <a:xfrm>
              <a:off x="29464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2" name="Google Shape;5192;p26"/>
            <p:cNvSpPr/>
            <p:nvPr/>
          </p:nvSpPr>
          <p:spPr>
            <a:xfrm>
              <a:off x="2971800" y="5086350"/>
              <a:ext cx="31800" cy="57300"/>
            </a:xfrm>
            <a:prstGeom prst="rect">
              <a:avLst/>
            </a:prstGeom>
            <a:solidFill>
              <a:srgbClr val="48E9D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3" name="Google Shape;5193;p26"/>
            <p:cNvSpPr/>
            <p:nvPr/>
          </p:nvSpPr>
          <p:spPr>
            <a:xfrm>
              <a:off x="29972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4" name="Google Shape;5194;p26"/>
            <p:cNvSpPr/>
            <p:nvPr/>
          </p:nvSpPr>
          <p:spPr>
            <a:xfrm>
              <a:off x="30226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5" name="Google Shape;5195;p26"/>
            <p:cNvSpPr/>
            <p:nvPr/>
          </p:nvSpPr>
          <p:spPr>
            <a:xfrm>
              <a:off x="30480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6" name="Google Shape;5196;p26"/>
            <p:cNvSpPr/>
            <p:nvPr/>
          </p:nvSpPr>
          <p:spPr>
            <a:xfrm>
              <a:off x="3073400" y="5086350"/>
              <a:ext cx="31800" cy="57300"/>
            </a:xfrm>
            <a:prstGeom prst="rect">
              <a:avLst/>
            </a:prstGeom>
            <a:solidFill>
              <a:srgbClr val="48EAD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7" name="Google Shape;5197;p26"/>
            <p:cNvSpPr/>
            <p:nvPr/>
          </p:nvSpPr>
          <p:spPr>
            <a:xfrm>
              <a:off x="30988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8" name="Google Shape;5198;p26"/>
            <p:cNvSpPr/>
            <p:nvPr/>
          </p:nvSpPr>
          <p:spPr>
            <a:xfrm>
              <a:off x="31242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199" name="Google Shape;5199;p26"/>
            <p:cNvSpPr/>
            <p:nvPr/>
          </p:nvSpPr>
          <p:spPr>
            <a:xfrm>
              <a:off x="31496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0" name="Google Shape;5200;p26"/>
            <p:cNvSpPr/>
            <p:nvPr/>
          </p:nvSpPr>
          <p:spPr>
            <a:xfrm>
              <a:off x="3175000" y="5086350"/>
              <a:ext cx="31800" cy="57300"/>
            </a:xfrm>
            <a:prstGeom prst="rect">
              <a:avLst/>
            </a:prstGeom>
            <a:solidFill>
              <a:srgbClr val="48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1" name="Google Shape;5201;p26"/>
            <p:cNvSpPr/>
            <p:nvPr/>
          </p:nvSpPr>
          <p:spPr>
            <a:xfrm>
              <a:off x="32004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2" name="Google Shape;5202;p26"/>
            <p:cNvSpPr/>
            <p:nvPr/>
          </p:nvSpPr>
          <p:spPr>
            <a:xfrm>
              <a:off x="32258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3" name="Google Shape;5203;p26"/>
            <p:cNvSpPr/>
            <p:nvPr/>
          </p:nvSpPr>
          <p:spPr>
            <a:xfrm>
              <a:off x="32512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4" name="Google Shape;5204;p26"/>
            <p:cNvSpPr/>
            <p:nvPr/>
          </p:nvSpPr>
          <p:spPr>
            <a:xfrm>
              <a:off x="3276600" y="5086350"/>
              <a:ext cx="31800" cy="57300"/>
            </a:xfrm>
            <a:prstGeom prst="rect">
              <a:avLst/>
            </a:prstGeom>
            <a:solidFill>
              <a:srgbClr val="48EA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5" name="Google Shape;5205;p26"/>
            <p:cNvSpPr/>
            <p:nvPr/>
          </p:nvSpPr>
          <p:spPr>
            <a:xfrm>
              <a:off x="33020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6" name="Google Shape;5206;p26"/>
            <p:cNvSpPr/>
            <p:nvPr/>
          </p:nvSpPr>
          <p:spPr>
            <a:xfrm>
              <a:off x="3327400" y="5086350"/>
              <a:ext cx="31800" cy="57300"/>
            </a:xfrm>
            <a:prstGeom prst="rect">
              <a:avLst/>
            </a:prstGeom>
            <a:solidFill>
              <a:srgbClr val="48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7" name="Google Shape;5207;p26"/>
            <p:cNvSpPr/>
            <p:nvPr/>
          </p:nvSpPr>
          <p:spPr>
            <a:xfrm>
              <a:off x="3352800" y="5086350"/>
              <a:ext cx="31800" cy="57300"/>
            </a:xfrm>
            <a:prstGeom prst="rect">
              <a:avLst/>
            </a:prstGeom>
            <a:solidFill>
              <a:srgbClr val="49EBD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8" name="Google Shape;5208;p26"/>
            <p:cNvSpPr/>
            <p:nvPr/>
          </p:nvSpPr>
          <p:spPr>
            <a:xfrm>
              <a:off x="33782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09" name="Google Shape;5209;p26"/>
            <p:cNvSpPr/>
            <p:nvPr/>
          </p:nvSpPr>
          <p:spPr>
            <a:xfrm>
              <a:off x="34036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0" name="Google Shape;5210;p26"/>
            <p:cNvSpPr/>
            <p:nvPr/>
          </p:nvSpPr>
          <p:spPr>
            <a:xfrm>
              <a:off x="34290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1" name="Google Shape;5211;p26"/>
            <p:cNvSpPr/>
            <p:nvPr/>
          </p:nvSpPr>
          <p:spPr>
            <a:xfrm>
              <a:off x="3454400" y="5086350"/>
              <a:ext cx="31800" cy="57300"/>
            </a:xfrm>
            <a:prstGeom prst="rect">
              <a:avLst/>
            </a:prstGeom>
            <a:solidFill>
              <a:srgbClr val="49EBD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2" name="Google Shape;5212;p26"/>
            <p:cNvSpPr/>
            <p:nvPr/>
          </p:nvSpPr>
          <p:spPr>
            <a:xfrm>
              <a:off x="34798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3" name="Google Shape;5213;p26"/>
            <p:cNvSpPr/>
            <p:nvPr/>
          </p:nvSpPr>
          <p:spPr>
            <a:xfrm>
              <a:off x="35052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4" name="Google Shape;5214;p26"/>
            <p:cNvSpPr/>
            <p:nvPr/>
          </p:nvSpPr>
          <p:spPr>
            <a:xfrm>
              <a:off x="35306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5" name="Google Shape;5215;p26"/>
            <p:cNvSpPr/>
            <p:nvPr/>
          </p:nvSpPr>
          <p:spPr>
            <a:xfrm>
              <a:off x="3556000" y="5086350"/>
              <a:ext cx="31800" cy="57300"/>
            </a:xfrm>
            <a:prstGeom prst="rect">
              <a:avLst/>
            </a:prstGeom>
            <a:solidFill>
              <a:srgbClr val="49EBC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6" name="Google Shape;5216;p26"/>
            <p:cNvSpPr/>
            <p:nvPr/>
          </p:nvSpPr>
          <p:spPr>
            <a:xfrm>
              <a:off x="35814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7" name="Google Shape;5217;p26"/>
            <p:cNvSpPr/>
            <p:nvPr/>
          </p:nvSpPr>
          <p:spPr>
            <a:xfrm>
              <a:off x="36068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8" name="Google Shape;5218;p26"/>
            <p:cNvSpPr/>
            <p:nvPr/>
          </p:nvSpPr>
          <p:spPr>
            <a:xfrm>
              <a:off x="3632200" y="5086350"/>
              <a:ext cx="31800" cy="57300"/>
            </a:xfrm>
            <a:prstGeom prst="rect">
              <a:avLst/>
            </a:prstGeom>
            <a:solidFill>
              <a:srgbClr val="49ECC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19" name="Google Shape;5219;p26"/>
            <p:cNvSpPr/>
            <p:nvPr/>
          </p:nvSpPr>
          <p:spPr>
            <a:xfrm>
              <a:off x="36576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0" name="Google Shape;5220;p26"/>
            <p:cNvSpPr/>
            <p:nvPr/>
          </p:nvSpPr>
          <p:spPr>
            <a:xfrm>
              <a:off x="36830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1" name="Google Shape;5221;p26"/>
            <p:cNvSpPr/>
            <p:nvPr/>
          </p:nvSpPr>
          <p:spPr>
            <a:xfrm>
              <a:off x="37084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2" name="Google Shape;5222;p26"/>
            <p:cNvSpPr/>
            <p:nvPr/>
          </p:nvSpPr>
          <p:spPr>
            <a:xfrm>
              <a:off x="3733800" y="5086350"/>
              <a:ext cx="31800" cy="57300"/>
            </a:xfrm>
            <a:prstGeom prst="rect">
              <a:avLst/>
            </a:prstGeom>
            <a:solidFill>
              <a:srgbClr val="49ECC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3" name="Google Shape;5223;p26"/>
            <p:cNvSpPr/>
            <p:nvPr/>
          </p:nvSpPr>
          <p:spPr>
            <a:xfrm>
              <a:off x="37592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4" name="Google Shape;5224;p26"/>
            <p:cNvSpPr/>
            <p:nvPr/>
          </p:nvSpPr>
          <p:spPr>
            <a:xfrm>
              <a:off x="37846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5" name="Google Shape;5225;p26"/>
            <p:cNvSpPr/>
            <p:nvPr/>
          </p:nvSpPr>
          <p:spPr>
            <a:xfrm>
              <a:off x="38100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6" name="Google Shape;5226;p26"/>
            <p:cNvSpPr/>
            <p:nvPr/>
          </p:nvSpPr>
          <p:spPr>
            <a:xfrm>
              <a:off x="3835400" y="5086350"/>
              <a:ext cx="31800" cy="57300"/>
            </a:xfrm>
            <a:prstGeom prst="rect">
              <a:avLst/>
            </a:prstGeom>
            <a:solidFill>
              <a:srgbClr val="49ECC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7" name="Google Shape;5227;p26"/>
            <p:cNvSpPr/>
            <p:nvPr/>
          </p:nvSpPr>
          <p:spPr>
            <a:xfrm>
              <a:off x="38608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8" name="Google Shape;5228;p26"/>
            <p:cNvSpPr/>
            <p:nvPr/>
          </p:nvSpPr>
          <p:spPr>
            <a:xfrm>
              <a:off x="38862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29" name="Google Shape;5229;p26"/>
            <p:cNvSpPr/>
            <p:nvPr/>
          </p:nvSpPr>
          <p:spPr>
            <a:xfrm>
              <a:off x="39116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0" name="Google Shape;5230;p26"/>
            <p:cNvSpPr/>
            <p:nvPr/>
          </p:nvSpPr>
          <p:spPr>
            <a:xfrm>
              <a:off x="3937000" y="5086350"/>
              <a:ext cx="31800" cy="57300"/>
            </a:xfrm>
            <a:prstGeom prst="rect">
              <a:avLst/>
            </a:prstGeom>
            <a:solidFill>
              <a:srgbClr val="49EDC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1" name="Google Shape;5231;p26"/>
            <p:cNvSpPr/>
            <p:nvPr/>
          </p:nvSpPr>
          <p:spPr>
            <a:xfrm>
              <a:off x="39624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2" name="Google Shape;5232;p26"/>
            <p:cNvSpPr/>
            <p:nvPr/>
          </p:nvSpPr>
          <p:spPr>
            <a:xfrm>
              <a:off x="39878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3" name="Google Shape;5233;p26"/>
            <p:cNvSpPr/>
            <p:nvPr/>
          </p:nvSpPr>
          <p:spPr>
            <a:xfrm>
              <a:off x="4013200" y="5086350"/>
              <a:ext cx="31800" cy="57300"/>
            </a:xfrm>
            <a:prstGeom prst="rect">
              <a:avLst/>
            </a:prstGeom>
            <a:solidFill>
              <a:srgbClr val="4AEDC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4" name="Google Shape;5234;p26"/>
            <p:cNvSpPr/>
            <p:nvPr/>
          </p:nvSpPr>
          <p:spPr>
            <a:xfrm>
              <a:off x="40386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5" name="Google Shape;5235;p26"/>
            <p:cNvSpPr/>
            <p:nvPr/>
          </p:nvSpPr>
          <p:spPr>
            <a:xfrm>
              <a:off x="40640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6" name="Google Shape;5236;p26"/>
            <p:cNvSpPr/>
            <p:nvPr/>
          </p:nvSpPr>
          <p:spPr>
            <a:xfrm>
              <a:off x="40894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7" name="Google Shape;5237;p26"/>
            <p:cNvSpPr/>
            <p:nvPr/>
          </p:nvSpPr>
          <p:spPr>
            <a:xfrm>
              <a:off x="4114800" y="5086350"/>
              <a:ext cx="31800" cy="57300"/>
            </a:xfrm>
            <a:prstGeom prst="rect">
              <a:avLst/>
            </a:prstGeom>
            <a:solidFill>
              <a:srgbClr val="4AED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8" name="Google Shape;5238;p26"/>
            <p:cNvSpPr/>
            <p:nvPr/>
          </p:nvSpPr>
          <p:spPr>
            <a:xfrm>
              <a:off x="41402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9" name="Google Shape;5239;p26"/>
            <p:cNvSpPr/>
            <p:nvPr/>
          </p:nvSpPr>
          <p:spPr>
            <a:xfrm>
              <a:off x="41656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0" name="Google Shape;5240;p26"/>
            <p:cNvSpPr/>
            <p:nvPr/>
          </p:nvSpPr>
          <p:spPr>
            <a:xfrm>
              <a:off x="41910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1" name="Google Shape;5241;p26"/>
            <p:cNvSpPr/>
            <p:nvPr/>
          </p:nvSpPr>
          <p:spPr>
            <a:xfrm>
              <a:off x="4216400" y="5086350"/>
              <a:ext cx="31800" cy="57300"/>
            </a:xfrm>
            <a:prstGeom prst="rect">
              <a:avLst/>
            </a:prstGeom>
            <a:solidFill>
              <a:srgbClr val="4AEEC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2" name="Google Shape;5242;p26"/>
            <p:cNvSpPr/>
            <p:nvPr/>
          </p:nvSpPr>
          <p:spPr>
            <a:xfrm>
              <a:off x="42418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3" name="Google Shape;5243;p26"/>
            <p:cNvSpPr/>
            <p:nvPr/>
          </p:nvSpPr>
          <p:spPr>
            <a:xfrm>
              <a:off x="42672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4" name="Google Shape;5244;p26"/>
            <p:cNvSpPr/>
            <p:nvPr/>
          </p:nvSpPr>
          <p:spPr>
            <a:xfrm>
              <a:off x="42926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5" name="Google Shape;5245;p26"/>
            <p:cNvSpPr/>
            <p:nvPr/>
          </p:nvSpPr>
          <p:spPr>
            <a:xfrm>
              <a:off x="4318000" y="5086350"/>
              <a:ext cx="31800" cy="57300"/>
            </a:xfrm>
            <a:prstGeom prst="rect">
              <a:avLst/>
            </a:prstGeom>
            <a:solidFill>
              <a:srgbClr val="4AEEC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6" name="Google Shape;5246;p26"/>
            <p:cNvSpPr/>
            <p:nvPr/>
          </p:nvSpPr>
          <p:spPr>
            <a:xfrm>
              <a:off x="43434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7" name="Google Shape;5247;p26"/>
            <p:cNvSpPr/>
            <p:nvPr/>
          </p:nvSpPr>
          <p:spPr>
            <a:xfrm>
              <a:off x="43688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8" name="Google Shape;5248;p26"/>
            <p:cNvSpPr/>
            <p:nvPr/>
          </p:nvSpPr>
          <p:spPr>
            <a:xfrm>
              <a:off x="4394200" y="5086350"/>
              <a:ext cx="31800" cy="57300"/>
            </a:xfrm>
            <a:prstGeom prst="rect">
              <a:avLst/>
            </a:prstGeom>
            <a:solidFill>
              <a:srgbClr val="4AEEC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49" name="Google Shape;5249;p26"/>
            <p:cNvSpPr/>
            <p:nvPr/>
          </p:nvSpPr>
          <p:spPr>
            <a:xfrm>
              <a:off x="44196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0" name="Google Shape;5250;p26"/>
            <p:cNvSpPr/>
            <p:nvPr/>
          </p:nvSpPr>
          <p:spPr>
            <a:xfrm>
              <a:off x="44450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1" name="Google Shape;5251;p26"/>
            <p:cNvSpPr/>
            <p:nvPr/>
          </p:nvSpPr>
          <p:spPr>
            <a:xfrm>
              <a:off x="44704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2" name="Google Shape;5252;p26"/>
            <p:cNvSpPr/>
            <p:nvPr/>
          </p:nvSpPr>
          <p:spPr>
            <a:xfrm>
              <a:off x="4495800" y="5086350"/>
              <a:ext cx="31800" cy="57300"/>
            </a:xfrm>
            <a:prstGeom prst="rect">
              <a:avLst/>
            </a:prstGeom>
            <a:solidFill>
              <a:srgbClr val="4AEFC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3" name="Google Shape;5253;p26"/>
            <p:cNvSpPr/>
            <p:nvPr/>
          </p:nvSpPr>
          <p:spPr>
            <a:xfrm>
              <a:off x="45212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4" name="Google Shape;5254;p26"/>
            <p:cNvSpPr/>
            <p:nvPr/>
          </p:nvSpPr>
          <p:spPr>
            <a:xfrm>
              <a:off x="4546600" y="5086350"/>
              <a:ext cx="31800" cy="57300"/>
            </a:xfrm>
            <a:prstGeom prst="rect">
              <a:avLst/>
            </a:prstGeom>
            <a:solidFill>
              <a:srgbClr val="4A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5" name="Google Shape;5255;p26"/>
            <p:cNvSpPr/>
            <p:nvPr/>
          </p:nvSpPr>
          <p:spPr>
            <a:xfrm>
              <a:off x="45720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6" name="Google Shape;5256;p26"/>
            <p:cNvSpPr/>
            <p:nvPr/>
          </p:nvSpPr>
          <p:spPr>
            <a:xfrm>
              <a:off x="4597400" y="5086350"/>
              <a:ext cx="31800" cy="57300"/>
            </a:xfrm>
            <a:prstGeom prst="rect">
              <a:avLst/>
            </a:prstGeom>
            <a:solidFill>
              <a:srgbClr val="4BEFC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7" name="Google Shape;5257;p26"/>
            <p:cNvSpPr/>
            <p:nvPr/>
          </p:nvSpPr>
          <p:spPr>
            <a:xfrm>
              <a:off x="46228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8" name="Google Shape;5258;p26"/>
            <p:cNvSpPr/>
            <p:nvPr/>
          </p:nvSpPr>
          <p:spPr>
            <a:xfrm>
              <a:off x="46482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59" name="Google Shape;5259;p26"/>
            <p:cNvSpPr/>
            <p:nvPr/>
          </p:nvSpPr>
          <p:spPr>
            <a:xfrm>
              <a:off x="46736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0" name="Google Shape;5260;p26"/>
            <p:cNvSpPr/>
            <p:nvPr/>
          </p:nvSpPr>
          <p:spPr>
            <a:xfrm>
              <a:off x="4699000" y="5086350"/>
              <a:ext cx="31800" cy="57300"/>
            </a:xfrm>
            <a:prstGeom prst="rect">
              <a:avLst/>
            </a:prstGeom>
            <a:solidFill>
              <a:srgbClr val="4BEFC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1" name="Google Shape;5261;p26"/>
            <p:cNvSpPr/>
            <p:nvPr/>
          </p:nvSpPr>
          <p:spPr>
            <a:xfrm>
              <a:off x="47244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2" name="Google Shape;5262;p26"/>
            <p:cNvSpPr/>
            <p:nvPr/>
          </p:nvSpPr>
          <p:spPr>
            <a:xfrm>
              <a:off x="47498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3" name="Google Shape;5263;p26"/>
            <p:cNvSpPr/>
            <p:nvPr/>
          </p:nvSpPr>
          <p:spPr>
            <a:xfrm>
              <a:off x="4775200" y="5086350"/>
              <a:ext cx="31800" cy="57300"/>
            </a:xfrm>
            <a:prstGeom prst="rect">
              <a:avLst/>
            </a:prstGeom>
            <a:solidFill>
              <a:srgbClr val="4BF0C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4" name="Google Shape;5264;p26"/>
            <p:cNvSpPr/>
            <p:nvPr/>
          </p:nvSpPr>
          <p:spPr>
            <a:xfrm>
              <a:off x="48006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5" name="Google Shape;5265;p26"/>
            <p:cNvSpPr/>
            <p:nvPr/>
          </p:nvSpPr>
          <p:spPr>
            <a:xfrm>
              <a:off x="48260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6" name="Google Shape;5266;p26"/>
            <p:cNvSpPr/>
            <p:nvPr/>
          </p:nvSpPr>
          <p:spPr>
            <a:xfrm>
              <a:off x="48514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7" name="Google Shape;5267;p26"/>
            <p:cNvSpPr/>
            <p:nvPr/>
          </p:nvSpPr>
          <p:spPr>
            <a:xfrm>
              <a:off x="4876800" y="5086350"/>
              <a:ext cx="31800" cy="57300"/>
            </a:xfrm>
            <a:prstGeom prst="rect">
              <a:avLst/>
            </a:prstGeom>
            <a:solidFill>
              <a:srgbClr val="4BF0C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8" name="Google Shape;5268;p26"/>
            <p:cNvSpPr/>
            <p:nvPr/>
          </p:nvSpPr>
          <p:spPr>
            <a:xfrm>
              <a:off x="49022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69" name="Google Shape;5269;p26"/>
            <p:cNvSpPr/>
            <p:nvPr/>
          </p:nvSpPr>
          <p:spPr>
            <a:xfrm>
              <a:off x="49276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0" name="Google Shape;5270;p26"/>
            <p:cNvSpPr/>
            <p:nvPr/>
          </p:nvSpPr>
          <p:spPr>
            <a:xfrm>
              <a:off x="49530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1" name="Google Shape;5271;p26"/>
            <p:cNvSpPr/>
            <p:nvPr/>
          </p:nvSpPr>
          <p:spPr>
            <a:xfrm>
              <a:off x="4978400" y="5086350"/>
              <a:ext cx="31800" cy="57300"/>
            </a:xfrm>
            <a:prstGeom prst="rect">
              <a:avLst/>
            </a:prstGeom>
            <a:solidFill>
              <a:srgbClr val="4BF0C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2" name="Google Shape;5272;p26"/>
            <p:cNvSpPr/>
            <p:nvPr/>
          </p:nvSpPr>
          <p:spPr>
            <a:xfrm>
              <a:off x="50038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3" name="Google Shape;5273;p26"/>
            <p:cNvSpPr/>
            <p:nvPr/>
          </p:nvSpPr>
          <p:spPr>
            <a:xfrm>
              <a:off x="50292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4" name="Google Shape;5274;p26"/>
            <p:cNvSpPr/>
            <p:nvPr/>
          </p:nvSpPr>
          <p:spPr>
            <a:xfrm>
              <a:off x="50546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5" name="Google Shape;5275;p26"/>
            <p:cNvSpPr/>
            <p:nvPr/>
          </p:nvSpPr>
          <p:spPr>
            <a:xfrm>
              <a:off x="5080000" y="5086350"/>
              <a:ext cx="31800" cy="57300"/>
            </a:xfrm>
            <a:prstGeom prst="rect">
              <a:avLst/>
            </a:prstGeom>
            <a:solidFill>
              <a:srgbClr val="4BF1B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6" name="Google Shape;5276;p26"/>
            <p:cNvSpPr/>
            <p:nvPr/>
          </p:nvSpPr>
          <p:spPr>
            <a:xfrm>
              <a:off x="51054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7" name="Google Shape;5277;p26"/>
            <p:cNvSpPr/>
            <p:nvPr/>
          </p:nvSpPr>
          <p:spPr>
            <a:xfrm>
              <a:off x="51308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8" name="Google Shape;5278;p26"/>
            <p:cNvSpPr/>
            <p:nvPr/>
          </p:nvSpPr>
          <p:spPr>
            <a:xfrm>
              <a:off x="5156200" y="5086350"/>
              <a:ext cx="31800" cy="57300"/>
            </a:xfrm>
            <a:prstGeom prst="rect">
              <a:avLst/>
            </a:prstGeom>
            <a:solidFill>
              <a:srgbClr val="4BF1B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79" name="Google Shape;5279;p26"/>
            <p:cNvSpPr/>
            <p:nvPr/>
          </p:nvSpPr>
          <p:spPr>
            <a:xfrm>
              <a:off x="51816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0" name="Google Shape;5280;p26"/>
            <p:cNvSpPr/>
            <p:nvPr/>
          </p:nvSpPr>
          <p:spPr>
            <a:xfrm>
              <a:off x="52070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1" name="Google Shape;5281;p26"/>
            <p:cNvSpPr/>
            <p:nvPr/>
          </p:nvSpPr>
          <p:spPr>
            <a:xfrm>
              <a:off x="52324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2" name="Google Shape;5282;p26"/>
            <p:cNvSpPr/>
            <p:nvPr/>
          </p:nvSpPr>
          <p:spPr>
            <a:xfrm>
              <a:off x="5257800" y="5086350"/>
              <a:ext cx="31800" cy="57300"/>
            </a:xfrm>
            <a:prstGeom prst="rect">
              <a:avLst/>
            </a:prstGeom>
            <a:solidFill>
              <a:srgbClr val="4CF1B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3" name="Google Shape;5283;p26"/>
            <p:cNvSpPr/>
            <p:nvPr/>
          </p:nvSpPr>
          <p:spPr>
            <a:xfrm>
              <a:off x="52832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4" name="Google Shape;5284;p26"/>
            <p:cNvSpPr/>
            <p:nvPr/>
          </p:nvSpPr>
          <p:spPr>
            <a:xfrm>
              <a:off x="53086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5" name="Google Shape;5285;p26"/>
            <p:cNvSpPr/>
            <p:nvPr/>
          </p:nvSpPr>
          <p:spPr>
            <a:xfrm>
              <a:off x="53340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6" name="Google Shape;5286;p26"/>
            <p:cNvSpPr/>
            <p:nvPr/>
          </p:nvSpPr>
          <p:spPr>
            <a:xfrm>
              <a:off x="5359400" y="5086350"/>
              <a:ext cx="31800" cy="57300"/>
            </a:xfrm>
            <a:prstGeom prst="rect">
              <a:avLst/>
            </a:prstGeom>
            <a:solidFill>
              <a:srgbClr val="4CF2B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7" name="Google Shape;5287;p26"/>
            <p:cNvSpPr/>
            <p:nvPr/>
          </p:nvSpPr>
          <p:spPr>
            <a:xfrm>
              <a:off x="53848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8" name="Google Shape;5288;p26"/>
            <p:cNvSpPr/>
            <p:nvPr/>
          </p:nvSpPr>
          <p:spPr>
            <a:xfrm>
              <a:off x="54102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89" name="Google Shape;5289;p26"/>
            <p:cNvSpPr/>
            <p:nvPr/>
          </p:nvSpPr>
          <p:spPr>
            <a:xfrm>
              <a:off x="54356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0" name="Google Shape;5290;p26"/>
            <p:cNvSpPr/>
            <p:nvPr/>
          </p:nvSpPr>
          <p:spPr>
            <a:xfrm>
              <a:off x="5461000" y="5086350"/>
              <a:ext cx="31800" cy="57300"/>
            </a:xfrm>
            <a:prstGeom prst="rect">
              <a:avLst/>
            </a:prstGeom>
            <a:solidFill>
              <a:srgbClr val="4CF2B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1" name="Google Shape;5291;p26"/>
            <p:cNvSpPr/>
            <p:nvPr/>
          </p:nvSpPr>
          <p:spPr>
            <a:xfrm>
              <a:off x="54864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2" name="Google Shape;5292;p26"/>
            <p:cNvSpPr/>
            <p:nvPr/>
          </p:nvSpPr>
          <p:spPr>
            <a:xfrm>
              <a:off x="55118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3" name="Google Shape;5293;p26"/>
            <p:cNvSpPr/>
            <p:nvPr/>
          </p:nvSpPr>
          <p:spPr>
            <a:xfrm>
              <a:off x="5537200" y="5086350"/>
              <a:ext cx="31800" cy="57300"/>
            </a:xfrm>
            <a:prstGeom prst="rect">
              <a:avLst/>
            </a:prstGeom>
            <a:solidFill>
              <a:srgbClr val="4CF2B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4" name="Google Shape;5294;p26"/>
            <p:cNvSpPr/>
            <p:nvPr/>
          </p:nvSpPr>
          <p:spPr>
            <a:xfrm>
              <a:off x="55626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5" name="Google Shape;5295;p26"/>
            <p:cNvSpPr/>
            <p:nvPr/>
          </p:nvSpPr>
          <p:spPr>
            <a:xfrm>
              <a:off x="55880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6" name="Google Shape;5296;p26"/>
            <p:cNvSpPr/>
            <p:nvPr/>
          </p:nvSpPr>
          <p:spPr>
            <a:xfrm>
              <a:off x="56134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7" name="Google Shape;5297;p26"/>
            <p:cNvSpPr/>
            <p:nvPr/>
          </p:nvSpPr>
          <p:spPr>
            <a:xfrm>
              <a:off x="5638800" y="5086350"/>
              <a:ext cx="31800" cy="57300"/>
            </a:xfrm>
            <a:prstGeom prst="rect">
              <a:avLst/>
            </a:prstGeom>
            <a:solidFill>
              <a:srgbClr val="4CF3B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8" name="Google Shape;5298;p26"/>
            <p:cNvSpPr/>
            <p:nvPr/>
          </p:nvSpPr>
          <p:spPr>
            <a:xfrm>
              <a:off x="56642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99" name="Google Shape;5299;p26"/>
            <p:cNvSpPr/>
            <p:nvPr/>
          </p:nvSpPr>
          <p:spPr>
            <a:xfrm>
              <a:off x="56896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0" name="Google Shape;5300;p26"/>
            <p:cNvSpPr/>
            <p:nvPr/>
          </p:nvSpPr>
          <p:spPr>
            <a:xfrm>
              <a:off x="57150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1" name="Google Shape;5301;p26"/>
            <p:cNvSpPr/>
            <p:nvPr/>
          </p:nvSpPr>
          <p:spPr>
            <a:xfrm>
              <a:off x="5740400" y="5086350"/>
              <a:ext cx="31800" cy="57300"/>
            </a:xfrm>
            <a:prstGeom prst="rect">
              <a:avLst/>
            </a:prstGeom>
            <a:solidFill>
              <a:srgbClr val="4CF3B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2" name="Google Shape;5302;p26"/>
            <p:cNvSpPr/>
            <p:nvPr/>
          </p:nvSpPr>
          <p:spPr>
            <a:xfrm>
              <a:off x="5765800" y="5086350"/>
              <a:ext cx="31800" cy="57300"/>
            </a:xfrm>
            <a:prstGeom prst="rect">
              <a:avLst/>
            </a:prstGeom>
            <a:solidFill>
              <a:srgbClr val="4C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3" name="Google Shape;5303;p26"/>
            <p:cNvSpPr/>
            <p:nvPr/>
          </p:nvSpPr>
          <p:spPr>
            <a:xfrm>
              <a:off x="57912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4" name="Google Shape;5304;p26"/>
            <p:cNvSpPr/>
            <p:nvPr/>
          </p:nvSpPr>
          <p:spPr>
            <a:xfrm>
              <a:off x="5816600" y="5086350"/>
              <a:ext cx="31800" cy="57300"/>
            </a:xfrm>
            <a:prstGeom prst="rect">
              <a:avLst/>
            </a:prstGeom>
            <a:solidFill>
              <a:srgbClr val="4DF3B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5" name="Google Shape;5305;p26"/>
            <p:cNvSpPr/>
            <p:nvPr/>
          </p:nvSpPr>
          <p:spPr>
            <a:xfrm>
              <a:off x="58420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6" name="Google Shape;5306;p26"/>
            <p:cNvSpPr/>
            <p:nvPr/>
          </p:nvSpPr>
          <p:spPr>
            <a:xfrm>
              <a:off x="58674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7" name="Google Shape;5307;p26"/>
            <p:cNvSpPr/>
            <p:nvPr/>
          </p:nvSpPr>
          <p:spPr>
            <a:xfrm>
              <a:off x="58928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8" name="Google Shape;5308;p26"/>
            <p:cNvSpPr/>
            <p:nvPr/>
          </p:nvSpPr>
          <p:spPr>
            <a:xfrm>
              <a:off x="5918200" y="5086350"/>
              <a:ext cx="31800" cy="57300"/>
            </a:xfrm>
            <a:prstGeom prst="rect">
              <a:avLst/>
            </a:prstGeom>
            <a:solidFill>
              <a:srgbClr val="4DF4B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09" name="Google Shape;5309;p26"/>
            <p:cNvSpPr/>
            <p:nvPr/>
          </p:nvSpPr>
          <p:spPr>
            <a:xfrm>
              <a:off x="59436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0" name="Google Shape;5310;p26"/>
            <p:cNvSpPr/>
            <p:nvPr/>
          </p:nvSpPr>
          <p:spPr>
            <a:xfrm>
              <a:off x="59690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1" name="Google Shape;5311;p26"/>
            <p:cNvSpPr/>
            <p:nvPr/>
          </p:nvSpPr>
          <p:spPr>
            <a:xfrm>
              <a:off x="59944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2" name="Google Shape;5312;p26"/>
            <p:cNvSpPr/>
            <p:nvPr/>
          </p:nvSpPr>
          <p:spPr>
            <a:xfrm>
              <a:off x="6019800" y="5086350"/>
              <a:ext cx="31800" cy="57300"/>
            </a:xfrm>
            <a:prstGeom prst="rect">
              <a:avLst/>
            </a:prstGeom>
            <a:solidFill>
              <a:srgbClr val="4DF4B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3" name="Google Shape;5313;p26"/>
            <p:cNvSpPr/>
            <p:nvPr/>
          </p:nvSpPr>
          <p:spPr>
            <a:xfrm>
              <a:off x="60452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4" name="Google Shape;5314;p26"/>
            <p:cNvSpPr/>
            <p:nvPr/>
          </p:nvSpPr>
          <p:spPr>
            <a:xfrm>
              <a:off x="60706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5" name="Google Shape;5315;p26"/>
            <p:cNvSpPr/>
            <p:nvPr/>
          </p:nvSpPr>
          <p:spPr>
            <a:xfrm>
              <a:off x="60960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6" name="Google Shape;5316;p26"/>
            <p:cNvSpPr/>
            <p:nvPr/>
          </p:nvSpPr>
          <p:spPr>
            <a:xfrm>
              <a:off x="6121400" y="5086350"/>
              <a:ext cx="31800" cy="57300"/>
            </a:xfrm>
            <a:prstGeom prst="rect">
              <a:avLst/>
            </a:prstGeom>
            <a:solidFill>
              <a:srgbClr val="4DF4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7" name="Google Shape;5317;p26"/>
            <p:cNvSpPr/>
            <p:nvPr/>
          </p:nvSpPr>
          <p:spPr>
            <a:xfrm>
              <a:off x="61468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8" name="Google Shape;5318;p26"/>
            <p:cNvSpPr/>
            <p:nvPr/>
          </p:nvSpPr>
          <p:spPr>
            <a:xfrm>
              <a:off x="61722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19" name="Google Shape;5319;p26"/>
            <p:cNvSpPr/>
            <p:nvPr/>
          </p:nvSpPr>
          <p:spPr>
            <a:xfrm>
              <a:off x="6197600" y="5086350"/>
              <a:ext cx="31800" cy="57300"/>
            </a:xfrm>
            <a:prstGeom prst="rect">
              <a:avLst/>
            </a:prstGeom>
            <a:solidFill>
              <a:srgbClr val="4DF5B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0" name="Google Shape;5320;p26"/>
            <p:cNvSpPr/>
            <p:nvPr/>
          </p:nvSpPr>
          <p:spPr>
            <a:xfrm>
              <a:off x="62230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1" name="Google Shape;5321;p26"/>
            <p:cNvSpPr/>
            <p:nvPr/>
          </p:nvSpPr>
          <p:spPr>
            <a:xfrm>
              <a:off x="62484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2" name="Google Shape;5322;p26"/>
            <p:cNvSpPr/>
            <p:nvPr/>
          </p:nvSpPr>
          <p:spPr>
            <a:xfrm>
              <a:off x="62738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3" name="Google Shape;5323;p26"/>
            <p:cNvSpPr/>
            <p:nvPr/>
          </p:nvSpPr>
          <p:spPr>
            <a:xfrm>
              <a:off x="6299200" y="5086350"/>
              <a:ext cx="31800" cy="57300"/>
            </a:xfrm>
            <a:prstGeom prst="rect">
              <a:avLst/>
            </a:prstGeom>
            <a:solidFill>
              <a:srgbClr val="4DF5B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4" name="Google Shape;5324;p26"/>
            <p:cNvSpPr/>
            <p:nvPr/>
          </p:nvSpPr>
          <p:spPr>
            <a:xfrm>
              <a:off x="63246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5" name="Google Shape;5325;p26"/>
            <p:cNvSpPr/>
            <p:nvPr/>
          </p:nvSpPr>
          <p:spPr>
            <a:xfrm>
              <a:off x="63500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6" name="Google Shape;5326;p26"/>
            <p:cNvSpPr/>
            <p:nvPr/>
          </p:nvSpPr>
          <p:spPr>
            <a:xfrm>
              <a:off x="6375400" y="5086350"/>
              <a:ext cx="31800" cy="57300"/>
            </a:xfrm>
            <a:prstGeom prst="rect">
              <a:avLst/>
            </a:prstGeom>
            <a:solidFill>
              <a:srgbClr val="4D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7" name="Google Shape;5327;p26"/>
            <p:cNvSpPr/>
            <p:nvPr/>
          </p:nvSpPr>
          <p:spPr>
            <a:xfrm>
              <a:off x="6400800" y="5086350"/>
              <a:ext cx="31800" cy="57300"/>
            </a:xfrm>
            <a:prstGeom prst="rect">
              <a:avLst/>
            </a:prstGeom>
            <a:solidFill>
              <a:srgbClr val="4EF5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8" name="Google Shape;5328;p26"/>
            <p:cNvSpPr/>
            <p:nvPr/>
          </p:nvSpPr>
          <p:spPr>
            <a:xfrm>
              <a:off x="64262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29" name="Google Shape;5329;p26"/>
            <p:cNvSpPr/>
            <p:nvPr/>
          </p:nvSpPr>
          <p:spPr>
            <a:xfrm>
              <a:off x="64516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0" name="Google Shape;5330;p26"/>
            <p:cNvSpPr/>
            <p:nvPr/>
          </p:nvSpPr>
          <p:spPr>
            <a:xfrm>
              <a:off x="64770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1" name="Google Shape;5331;p26"/>
            <p:cNvSpPr/>
            <p:nvPr/>
          </p:nvSpPr>
          <p:spPr>
            <a:xfrm>
              <a:off x="6502400" y="5086350"/>
              <a:ext cx="31800" cy="57300"/>
            </a:xfrm>
            <a:prstGeom prst="rect">
              <a:avLst/>
            </a:prstGeom>
            <a:solidFill>
              <a:srgbClr val="4EF6B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2" name="Google Shape;5332;p26"/>
            <p:cNvSpPr/>
            <p:nvPr/>
          </p:nvSpPr>
          <p:spPr>
            <a:xfrm>
              <a:off x="65278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3" name="Google Shape;5333;p26"/>
            <p:cNvSpPr/>
            <p:nvPr/>
          </p:nvSpPr>
          <p:spPr>
            <a:xfrm>
              <a:off x="65532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4" name="Google Shape;5334;p26"/>
            <p:cNvSpPr/>
            <p:nvPr/>
          </p:nvSpPr>
          <p:spPr>
            <a:xfrm>
              <a:off x="6578600" y="5086350"/>
              <a:ext cx="31800" cy="57300"/>
            </a:xfrm>
            <a:prstGeom prst="rect">
              <a:avLst/>
            </a:prstGeom>
            <a:solidFill>
              <a:srgbClr val="4EF6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5" name="Google Shape;5335;p26"/>
            <p:cNvSpPr/>
            <p:nvPr/>
          </p:nvSpPr>
          <p:spPr>
            <a:xfrm>
              <a:off x="66040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6" name="Google Shape;5336;p26"/>
            <p:cNvSpPr/>
            <p:nvPr/>
          </p:nvSpPr>
          <p:spPr>
            <a:xfrm>
              <a:off x="66294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7" name="Google Shape;5337;p26"/>
            <p:cNvSpPr/>
            <p:nvPr/>
          </p:nvSpPr>
          <p:spPr>
            <a:xfrm>
              <a:off x="66548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8" name="Google Shape;5338;p26"/>
            <p:cNvSpPr/>
            <p:nvPr/>
          </p:nvSpPr>
          <p:spPr>
            <a:xfrm>
              <a:off x="6680200" y="5086350"/>
              <a:ext cx="31800" cy="57300"/>
            </a:xfrm>
            <a:prstGeom prst="rect">
              <a:avLst/>
            </a:prstGeom>
            <a:solidFill>
              <a:srgbClr val="4EF6A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39" name="Google Shape;5339;p26"/>
            <p:cNvSpPr/>
            <p:nvPr/>
          </p:nvSpPr>
          <p:spPr>
            <a:xfrm>
              <a:off x="67056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0" name="Google Shape;5340;p26"/>
            <p:cNvSpPr/>
            <p:nvPr/>
          </p:nvSpPr>
          <p:spPr>
            <a:xfrm>
              <a:off x="67310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1" name="Google Shape;5341;p26"/>
            <p:cNvSpPr/>
            <p:nvPr/>
          </p:nvSpPr>
          <p:spPr>
            <a:xfrm>
              <a:off x="67564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2" name="Google Shape;5342;p26"/>
            <p:cNvSpPr/>
            <p:nvPr/>
          </p:nvSpPr>
          <p:spPr>
            <a:xfrm>
              <a:off x="6781800" y="5086350"/>
              <a:ext cx="31800" cy="57300"/>
            </a:xfrm>
            <a:prstGeom prst="rect">
              <a:avLst/>
            </a:prstGeom>
            <a:solidFill>
              <a:srgbClr val="4EF7A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3" name="Google Shape;5343;p26"/>
            <p:cNvSpPr/>
            <p:nvPr/>
          </p:nvSpPr>
          <p:spPr>
            <a:xfrm>
              <a:off x="68072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4" name="Google Shape;5344;p26"/>
            <p:cNvSpPr/>
            <p:nvPr/>
          </p:nvSpPr>
          <p:spPr>
            <a:xfrm>
              <a:off x="68326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5" name="Google Shape;5345;p26"/>
            <p:cNvSpPr/>
            <p:nvPr/>
          </p:nvSpPr>
          <p:spPr>
            <a:xfrm>
              <a:off x="68580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6" name="Google Shape;5346;p26"/>
            <p:cNvSpPr/>
            <p:nvPr/>
          </p:nvSpPr>
          <p:spPr>
            <a:xfrm>
              <a:off x="6883400" y="5086350"/>
              <a:ext cx="31800" cy="57300"/>
            </a:xfrm>
            <a:prstGeom prst="rect">
              <a:avLst/>
            </a:prstGeom>
            <a:solidFill>
              <a:srgbClr val="4EF7A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7" name="Google Shape;5347;p26"/>
            <p:cNvSpPr/>
            <p:nvPr/>
          </p:nvSpPr>
          <p:spPr>
            <a:xfrm>
              <a:off x="69088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8" name="Google Shape;5348;p26"/>
            <p:cNvSpPr/>
            <p:nvPr/>
          </p:nvSpPr>
          <p:spPr>
            <a:xfrm>
              <a:off x="69342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49" name="Google Shape;5349;p26"/>
            <p:cNvSpPr/>
            <p:nvPr/>
          </p:nvSpPr>
          <p:spPr>
            <a:xfrm>
              <a:off x="6959600" y="5086350"/>
              <a:ext cx="31800" cy="57300"/>
            </a:xfrm>
            <a:prstGeom prst="rect">
              <a:avLst/>
            </a:prstGeom>
            <a:solidFill>
              <a:srgbClr val="4EF7A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0" name="Google Shape;5350;p26"/>
            <p:cNvSpPr/>
            <p:nvPr/>
          </p:nvSpPr>
          <p:spPr>
            <a:xfrm>
              <a:off x="6985000" y="5086350"/>
              <a:ext cx="31800" cy="57300"/>
            </a:xfrm>
            <a:prstGeom prst="rect">
              <a:avLst/>
            </a:prstGeom>
            <a:solidFill>
              <a:srgbClr val="4E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1" name="Google Shape;5351;p26"/>
            <p:cNvSpPr/>
            <p:nvPr/>
          </p:nvSpPr>
          <p:spPr>
            <a:xfrm>
              <a:off x="70104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2" name="Google Shape;5352;p26"/>
            <p:cNvSpPr/>
            <p:nvPr/>
          </p:nvSpPr>
          <p:spPr>
            <a:xfrm>
              <a:off x="70358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3" name="Google Shape;5353;p26"/>
            <p:cNvSpPr/>
            <p:nvPr/>
          </p:nvSpPr>
          <p:spPr>
            <a:xfrm>
              <a:off x="7061200" y="5086350"/>
              <a:ext cx="31800" cy="57300"/>
            </a:xfrm>
            <a:prstGeom prst="rect">
              <a:avLst/>
            </a:prstGeom>
            <a:solidFill>
              <a:srgbClr val="4FF8A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4" name="Google Shape;5354;p26"/>
            <p:cNvSpPr/>
            <p:nvPr/>
          </p:nvSpPr>
          <p:spPr>
            <a:xfrm>
              <a:off x="70866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5" name="Google Shape;5355;p26"/>
            <p:cNvSpPr/>
            <p:nvPr/>
          </p:nvSpPr>
          <p:spPr>
            <a:xfrm>
              <a:off x="71120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6" name="Google Shape;5356;p26"/>
            <p:cNvSpPr/>
            <p:nvPr/>
          </p:nvSpPr>
          <p:spPr>
            <a:xfrm>
              <a:off x="71374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7" name="Google Shape;5357;p26"/>
            <p:cNvSpPr/>
            <p:nvPr/>
          </p:nvSpPr>
          <p:spPr>
            <a:xfrm>
              <a:off x="7162800" y="5086350"/>
              <a:ext cx="31800" cy="57300"/>
            </a:xfrm>
            <a:prstGeom prst="rect">
              <a:avLst/>
            </a:prstGeom>
            <a:solidFill>
              <a:srgbClr val="4FF8A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8" name="Google Shape;5358;p26"/>
            <p:cNvSpPr/>
            <p:nvPr/>
          </p:nvSpPr>
          <p:spPr>
            <a:xfrm>
              <a:off x="71882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59" name="Google Shape;5359;p26"/>
            <p:cNvSpPr/>
            <p:nvPr/>
          </p:nvSpPr>
          <p:spPr>
            <a:xfrm>
              <a:off x="72136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0" name="Google Shape;5360;p26"/>
            <p:cNvSpPr/>
            <p:nvPr/>
          </p:nvSpPr>
          <p:spPr>
            <a:xfrm>
              <a:off x="72390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1" name="Google Shape;5361;p26"/>
            <p:cNvSpPr/>
            <p:nvPr/>
          </p:nvSpPr>
          <p:spPr>
            <a:xfrm>
              <a:off x="7264400" y="5086350"/>
              <a:ext cx="31800" cy="57300"/>
            </a:xfrm>
            <a:prstGeom prst="rect">
              <a:avLst/>
            </a:prstGeom>
            <a:solidFill>
              <a:srgbClr val="4FF8A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2" name="Google Shape;5362;p26"/>
            <p:cNvSpPr/>
            <p:nvPr/>
          </p:nvSpPr>
          <p:spPr>
            <a:xfrm>
              <a:off x="72898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3" name="Google Shape;5363;p26"/>
            <p:cNvSpPr/>
            <p:nvPr/>
          </p:nvSpPr>
          <p:spPr>
            <a:xfrm>
              <a:off x="73152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4" name="Google Shape;5364;p26"/>
            <p:cNvSpPr/>
            <p:nvPr/>
          </p:nvSpPr>
          <p:spPr>
            <a:xfrm>
              <a:off x="7340600" y="5086350"/>
              <a:ext cx="31800" cy="57300"/>
            </a:xfrm>
            <a:prstGeom prst="rect">
              <a:avLst/>
            </a:prstGeom>
            <a:solidFill>
              <a:srgbClr val="4FF9A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5" name="Google Shape;5365;p26"/>
            <p:cNvSpPr/>
            <p:nvPr/>
          </p:nvSpPr>
          <p:spPr>
            <a:xfrm>
              <a:off x="73660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6" name="Google Shape;5366;p26"/>
            <p:cNvSpPr/>
            <p:nvPr/>
          </p:nvSpPr>
          <p:spPr>
            <a:xfrm>
              <a:off x="73914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7" name="Google Shape;5367;p26"/>
            <p:cNvSpPr/>
            <p:nvPr/>
          </p:nvSpPr>
          <p:spPr>
            <a:xfrm>
              <a:off x="74168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8" name="Google Shape;5368;p26"/>
            <p:cNvSpPr/>
            <p:nvPr/>
          </p:nvSpPr>
          <p:spPr>
            <a:xfrm>
              <a:off x="7442200" y="5086350"/>
              <a:ext cx="31800" cy="57300"/>
            </a:xfrm>
            <a:prstGeom prst="rect">
              <a:avLst/>
            </a:prstGeom>
            <a:solidFill>
              <a:srgbClr val="4FF9A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69" name="Google Shape;5369;p26"/>
            <p:cNvSpPr/>
            <p:nvPr/>
          </p:nvSpPr>
          <p:spPr>
            <a:xfrm>
              <a:off x="74676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0" name="Google Shape;5370;p26"/>
            <p:cNvSpPr/>
            <p:nvPr/>
          </p:nvSpPr>
          <p:spPr>
            <a:xfrm>
              <a:off x="74930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1" name="Google Shape;5371;p26"/>
            <p:cNvSpPr/>
            <p:nvPr/>
          </p:nvSpPr>
          <p:spPr>
            <a:xfrm>
              <a:off x="75184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2" name="Google Shape;5372;p26"/>
            <p:cNvSpPr/>
            <p:nvPr/>
          </p:nvSpPr>
          <p:spPr>
            <a:xfrm>
              <a:off x="7543800" y="5086350"/>
              <a:ext cx="31800" cy="57300"/>
            </a:xfrm>
            <a:prstGeom prst="rect">
              <a:avLst/>
            </a:prstGeom>
            <a:solidFill>
              <a:srgbClr val="4FF9A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3" name="Google Shape;5373;p26"/>
            <p:cNvSpPr/>
            <p:nvPr/>
          </p:nvSpPr>
          <p:spPr>
            <a:xfrm>
              <a:off x="75692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4" name="Google Shape;5374;p26"/>
            <p:cNvSpPr/>
            <p:nvPr/>
          </p:nvSpPr>
          <p:spPr>
            <a:xfrm>
              <a:off x="7594600" y="5086350"/>
              <a:ext cx="31800" cy="57300"/>
            </a:xfrm>
            <a:prstGeom prst="rect">
              <a:avLst/>
            </a:prstGeom>
            <a:solidFill>
              <a:srgbClr val="4F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5" name="Google Shape;5375;p26"/>
            <p:cNvSpPr/>
            <p:nvPr/>
          </p:nvSpPr>
          <p:spPr>
            <a:xfrm>
              <a:off x="76200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6" name="Google Shape;5376;p26"/>
            <p:cNvSpPr/>
            <p:nvPr/>
          </p:nvSpPr>
          <p:spPr>
            <a:xfrm>
              <a:off x="7645400" y="5086350"/>
              <a:ext cx="31800" cy="57300"/>
            </a:xfrm>
            <a:prstGeom prst="rect">
              <a:avLst/>
            </a:prstGeom>
            <a:solidFill>
              <a:srgbClr val="50FAA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7" name="Google Shape;5377;p26"/>
            <p:cNvSpPr/>
            <p:nvPr/>
          </p:nvSpPr>
          <p:spPr>
            <a:xfrm>
              <a:off x="76708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8" name="Google Shape;5378;p26"/>
            <p:cNvSpPr/>
            <p:nvPr/>
          </p:nvSpPr>
          <p:spPr>
            <a:xfrm>
              <a:off x="76962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79" name="Google Shape;5379;p26"/>
            <p:cNvSpPr/>
            <p:nvPr/>
          </p:nvSpPr>
          <p:spPr>
            <a:xfrm>
              <a:off x="7721600" y="5086350"/>
              <a:ext cx="31800" cy="57300"/>
            </a:xfrm>
            <a:prstGeom prst="rect">
              <a:avLst/>
            </a:prstGeom>
            <a:solidFill>
              <a:srgbClr val="50FAA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0" name="Google Shape;5380;p26"/>
            <p:cNvSpPr/>
            <p:nvPr/>
          </p:nvSpPr>
          <p:spPr>
            <a:xfrm>
              <a:off x="77470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1" name="Google Shape;5381;p26"/>
            <p:cNvSpPr/>
            <p:nvPr/>
          </p:nvSpPr>
          <p:spPr>
            <a:xfrm>
              <a:off x="77724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2" name="Google Shape;5382;p26"/>
            <p:cNvSpPr/>
            <p:nvPr/>
          </p:nvSpPr>
          <p:spPr>
            <a:xfrm>
              <a:off x="77978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3" name="Google Shape;5383;p26"/>
            <p:cNvSpPr/>
            <p:nvPr/>
          </p:nvSpPr>
          <p:spPr>
            <a:xfrm>
              <a:off x="7823200" y="5086350"/>
              <a:ext cx="31800" cy="57300"/>
            </a:xfrm>
            <a:prstGeom prst="rect">
              <a:avLst/>
            </a:prstGeom>
            <a:solidFill>
              <a:srgbClr val="50FAA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4" name="Google Shape;5384;p26"/>
            <p:cNvSpPr/>
            <p:nvPr/>
          </p:nvSpPr>
          <p:spPr>
            <a:xfrm>
              <a:off x="78486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5" name="Google Shape;5385;p26"/>
            <p:cNvSpPr/>
            <p:nvPr/>
          </p:nvSpPr>
          <p:spPr>
            <a:xfrm>
              <a:off x="78740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6" name="Google Shape;5386;p26"/>
            <p:cNvSpPr/>
            <p:nvPr/>
          </p:nvSpPr>
          <p:spPr>
            <a:xfrm>
              <a:off x="78994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7" name="Google Shape;5387;p26"/>
            <p:cNvSpPr/>
            <p:nvPr/>
          </p:nvSpPr>
          <p:spPr>
            <a:xfrm>
              <a:off x="7924800" y="5086350"/>
              <a:ext cx="31800" cy="57300"/>
            </a:xfrm>
            <a:prstGeom prst="rect">
              <a:avLst/>
            </a:prstGeom>
            <a:solidFill>
              <a:srgbClr val="50FBA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8" name="Google Shape;5388;p26"/>
            <p:cNvSpPr/>
            <p:nvPr/>
          </p:nvSpPr>
          <p:spPr>
            <a:xfrm>
              <a:off x="79502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89" name="Google Shape;5389;p26"/>
            <p:cNvSpPr/>
            <p:nvPr/>
          </p:nvSpPr>
          <p:spPr>
            <a:xfrm>
              <a:off x="79756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0" name="Google Shape;5390;p26"/>
            <p:cNvSpPr/>
            <p:nvPr/>
          </p:nvSpPr>
          <p:spPr>
            <a:xfrm>
              <a:off x="8001000" y="5086350"/>
              <a:ext cx="31800" cy="57300"/>
            </a:xfrm>
            <a:prstGeom prst="rect">
              <a:avLst/>
            </a:prstGeom>
            <a:solidFill>
              <a:srgbClr val="50FBA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1" name="Google Shape;5391;p26"/>
            <p:cNvSpPr/>
            <p:nvPr/>
          </p:nvSpPr>
          <p:spPr>
            <a:xfrm>
              <a:off x="80264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2" name="Google Shape;5392;p26"/>
            <p:cNvSpPr/>
            <p:nvPr/>
          </p:nvSpPr>
          <p:spPr>
            <a:xfrm>
              <a:off x="80518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3" name="Google Shape;5393;p26"/>
            <p:cNvSpPr/>
            <p:nvPr/>
          </p:nvSpPr>
          <p:spPr>
            <a:xfrm>
              <a:off x="80772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4" name="Google Shape;5394;p26"/>
            <p:cNvSpPr/>
            <p:nvPr/>
          </p:nvSpPr>
          <p:spPr>
            <a:xfrm>
              <a:off x="8102600" y="5086350"/>
              <a:ext cx="31800" cy="57300"/>
            </a:xfrm>
            <a:prstGeom prst="rect">
              <a:avLst/>
            </a:prstGeom>
            <a:solidFill>
              <a:srgbClr val="50FB9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5" name="Google Shape;5395;p26"/>
            <p:cNvSpPr/>
            <p:nvPr/>
          </p:nvSpPr>
          <p:spPr>
            <a:xfrm>
              <a:off x="81280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6" name="Google Shape;5396;p26"/>
            <p:cNvSpPr/>
            <p:nvPr/>
          </p:nvSpPr>
          <p:spPr>
            <a:xfrm>
              <a:off x="81534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7" name="Google Shape;5397;p26"/>
            <p:cNvSpPr/>
            <p:nvPr/>
          </p:nvSpPr>
          <p:spPr>
            <a:xfrm>
              <a:off x="81788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8" name="Google Shape;5398;p26"/>
            <p:cNvSpPr/>
            <p:nvPr/>
          </p:nvSpPr>
          <p:spPr>
            <a:xfrm>
              <a:off x="8204200" y="5086350"/>
              <a:ext cx="31800" cy="57300"/>
            </a:xfrm>
            <a:prstGeom prst="rect">
              <a:avLst/>
            </a:prstGeom>
            <a:solidFill>
              <a:srgbClr val="50FC9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399" name="Google Shape;5399;p26"/>
            <p:cNvSpPr/>
            <p:nvPr/>
          </p:nvSpPr>
          <p:spPr>
            <a:xfrm>
              <a:off x="82296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0" name="Google Shape;5400;p26"/>
            <p:cNvSpPr/>
            <p:nvPr/>
          </p:nvSpPr>
          <p:spPr>
            <a:xfrm>
              <a:off x="82550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1" name="Google Shape;5401;p26"/>
            <p:cNvSpPr/>
            <p:nvPr/>
          </p:nvSpPr>
          <p:spPr>
            <a:xfrm>
              <a:off x="82804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2" name="Google Shape;5402;p26"/>
            <p:cNvSpPr/>
            <p:nvPr/>
          </p:nvSpPr>
          <p:spPr>
            <a:xfrm>
              <a:off x="8305800" y="5086350"/>
              <a:ext cx="31800" cy="57300"/>
            </a:xfrm>
            <a:prstGeom prst="rect">
              <a:avLst/>
            </a:prstGeom>
            <a:solidFill>
              <a:srgbClr val="51FC9D"/>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3" name="Google Shape;5403;p26"/>
            <p:cNvSpPr/>
            <p:nvPr/>
          </p:nvSpPr>
          <p:spPr>
            <a:xfrm>
              <a:off x="83312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4" name="Google Shape;5404;p26"/>
            <p:cNvSpPr/>
            <p:nvPr/>
          </p:nvSpPr>
          <p:spPr>
            <a:xfrm>
              <a:off x="83566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5" name="Google Shape;5405;p26"/>
            <p:cNvSpPr/>
            <p:nvPr/>
          </p:nvSpPr>
          <p:spPr>
            <a:xfrm>
              <a:off x="8382000" y="5086350"/>
              <a:ext cx="31800" cy="57300"/>
            </a:xfrm>
            <a:prstGeom prst="rect">
              <a:avLst/>
            </a:prstGeom>
            <a:solidFill>
              <a:srgbClr val="51FC9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6" name="Google Shape;5406;p26"/>
            <p:cNvSpPr/>
            <p:nvPr/>
          </p:nvSpPr>
          <p:spPr>
            <a:xfrm>
              <a:off x="84074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7" name="Google Shape;5407;p26"/>
            <p:cNvSpPr/>
            <p:nvPr/>
          </p:nvSpPr>
          <p:spPr>
            <a:xfrm>
              <a:off x="84328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8" name="Google Shape;5408;p26"/>
            <p:cNvSpPr/>
            <p:nvPr/>
          </p:nvSpPr>
          <p:spPr>
            <a:xfrm>
              <a:off x="84582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09" name="Google Shape;5409;p26"/>
            <p:cNvSpPr/>
            <p:nvPr/>
          </p:nvSpPr>
          <p:spPr>
            <a:xfrm>
              <a:off x="8483600" y="5086350"/>
              <a:ext cx="31800" cy="57300"/>
            </a:xfrm>
            <a:prstGeom prst="rect">
              <a:avLst/>
            </a:prstGeom>
            <a:solidFill>
              <a:srgbClr val="51FD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0" name="Google Shape;5410;p26"/>
            <p:cNvSpPr/>
            <p:nvPr/>
          </p:nvSpPr>
          <p:spPr>
            <a:xfrm>
              <a:off x="85090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1" name="Google Shape;5411;p26"/>
            <p:cNvSpPr/>
            <p:nvPr/>
          </p:nvSpPr>
          <p:spPr>
            <a:xfrm>
              <a:off x="85344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2" name="Google Shape;5412;p26"/>
            <p:cNvSpPr/>
            <p:nvPr/>
          </p:nvSpPr>
          <p:spPr>
            <a:xfrm>
              <a:off x="85598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3" name="Google Shape;5413;p26"/>
            <p:cNvSpPr/>
            <p:nvPr/>
          </p:nvSpPr>
          <p:spPr>
            <a:xfrm>
              <a:off x="8585200" y="5086350"/>
              <a:ext cx="31800" cy="57300"/>
            </a:xfrm>
            <a:prstGeom prst="rect">
              <a:avLst/>
            </a:prstGeom>
            <a:solidFill>
              <a:srgbClr val="51FD9A"/>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4" name="Google Shape;5414;p26"/>
            <p:cNvSpPr/>
            <p:nvPr/>
          </p:nvSpPr>
          <p:spPr>
            <a:xfrm>
              <a:off x="86106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5" name="Google Shape;5415;p26"/>
            <p:cNvSpPr/>
            <p:nvPr/>
          </p:nvSpPr>
          <p:spPr>
            <a:xfrm>
              <a:off x="86360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6" name="Google Shape;5416;p26"/>
            <p:cNvSpPr/>
            <p:nvPr/>
          </p:nvSpPr>
          <p:spPr>
            <a:xfrm>
              <a:off x="86614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7" name="Google Shape;5417;p26"/>
            <p:cNvSpPr/>
            <p:nvPr/>
          </p:nvSpPr>
          <p:spPr>
            <a:xfrm>
              <a:off x="8686800" y="5086350"/>
              <a:ext cx="31800" cy="57300"/>
            </a:xfrm>
            <a:prstGeom prst="rect">
              <a:avLst/>
            </a:prstGeom>
            <a:solidFill>
              <a:srgbClr val="51FD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8" name="Google Shape;5418;p26"/>
            <p:cNvSpPr/>
            <p:nvPr/>
          </p:nvSpPr>
          <p:spPr>
            <a:xfrm>
              <a:off x="87122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19" name="Google Shape;5419;p26"/>
            <p:cNvSpPr/>
            <p:nvPr/>
          </p:nvSpPr>
          <p:spPr>
            <a:xfrm>
              <a:off x="87376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0" name="Google Shape;5420;p26"/>
            <p:cNvSpPr/>
            <p:nvPr/>
          </p:nvSpPr>
          <p:spPr>
            <a:xfrm>
              <a:off x="8763000" y="5086350"/>
              <a:ext cx="31800" cy="57300"/>
            </a:xfrm>
            <a:prstGeom prst="rect">
              <a:avLst/>
            </a:prstGeom>
            <a:solidFill>
              <a:srgbClr val="51FE98"/>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1" name="Google Shape;5421;p26"/>
            <p:cNvSpPr/>
            <p:nvPr/>
          </p:nvSpPr>
          <p:spPr>
            <a:xfrm>
              <a:off x="87884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2" name="Google Shape;5422;p26"/>
            <p:cNvSpPr/>
            <p:nvPr/>
          </p:nvSpPr>
          <p:spPr>
            <a:xfrm>
              <a:off x="8813800" y="5086350"/>
              <a:ext cx="31800" cy="57300"/>
            </a:xfrm>
            <a:prstGeom prst="rect">
              <a:avLst/>
            </a:prstGeom>
            <a:solidFill>
              <a:srgbClr val="51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3" name="Google Shape;5423;p26"/>
            <p:cNvSpPr/>
            <p:nvPr/>
          </p:nvSpPr>
          <p:spPr>
            <a:xfrm>
              <a:off x="88392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4" name="Google Shape;5424;p26"/>
            <p:cNvSpPr/>
            <p:nvPr/>
          </p:nvSpPr>
          <p:spPr>
            <a:xfrm>
              <a:off x="8864600" y="5086350"/>
              <a:ext cx="31800" cy="57300"/>
            </a:xfrm>
            <a:prstGeom prst="rect">
              <a:avLst/>
            </a:prstGeom>
            <a:solidFill>
              <a:srgbClr val="52FE9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5" name="Google Shape;5425;p26"/>
            <p:cNvSpPr/>
            <p:nvPr/>
          </p:nvSpPr>
          <p:spPr>
            <a:xfrm>
              <a:off x="88900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6" name="Google Shape;5426;p26"/>
            <p:cNvSpPr/>
            <p:nvPr/>
          </p:nvSpPr>
          <p:spPr>
            <a:xfrm>
              <a:off x="89154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7" name="Google Shape;5427;p26"/>
            <p:cNvSpPr/>
            <p:nvPr/>
          </p:nvSpPr>
          <p:spPr>
            <a:xfrm>
              <a:off x="89408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8" name="Google Shape;5428;p26"/>
            <p:cNvSpPr/>
            <p:nvPr/>
          </p:nvSpPr>
          <p:spPr>
            <a:xfrm>
              <a:off x="8966200" y="5086350"/>
              <a:ext cx="31800" cy="57300"/>
            </a:xfrm>
            <a:prstGeom prst="rect">
              <a:avLst/>
            </a:prstGeom>
            <a:solidFill>
              <a:srgbClr val="52FE9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29" name="Google Shape;5429;p26"/>
            <p:cNvSpPr/>
            <p:nvPr/>
          </p:nvSpPr>
          <p:spPr>
            <a:xfrm>
              <a:off x="89916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0" name="Google Shape;5430;p26"/>
            <p:cNvSpPr/>
            <p:nvPr/>
          </p:nvSpPr>
          <p:spPr>
            <a:xfrm>
              <a:off x="90170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1" name="Google Shape;5431;p26"/>
            <p:cNvSpPr/>
            <p:nvPr/>
          </p:nvSpPr>
          <p:spPr>
            <a:xfrm>
              <a:off x="90424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2" name="Google Shape;5432;p26"/>
            <p:cNvSpPr/>
            <p:nvPr/>
          </p:nvSpPr>
          <p:spPr>
            <a:xfrm>
              <a:off x="9067800" y="5086350"/>
              <a:ext cx="31800" cy="57300"/>
            </a:xfrm>
            <a:prstGeom prst="rect">
              <a:avLst/>
            </a:prstGeom>
            <a:solidFill>
              <a:srgbClr val="52FF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3" name="Google Shape;5433;p26"/>
            <p:cNvSpPr/>
            <p:nvPr/>
          </p:nvSpPr>
          <p:spPr>
            <a:xfrm>
              <a:off x="90932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34" name="Google Shape;5434;p26"/>
            <p:cNvSpPr/>
            <p:nvPr/>
          </p:nvSpPr>
          <p:spPr>
            <a:xfrm>
              <a:off x="9118600" y="5086350"/>
              <a:ext cx="31800" cy="57300"/>
            </a:xfrm>
            <a:prstGeom prst="rect">
              <a:avLst/>
            </a:prstGeom>
            <a:solidFill>
              <a:srgbClr val="52FF9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435" name="Google Shape;5435;p26"/>
          <p:cNvSpPr txBox="1"/>
          <p:nvPr/>
        </p:nvSpPr>
        <p:spPr>
          <a:xfrm>
            <a:off x="142875" y="4810125"/>
            <a:ext cx="23814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ja" sz="900">
                <a:solidFill>
                  <a:srgbClr val="333333"/>
                </a:solidFill>
              </a:rPr>
              <a:t>© Verua Limited</a:t>
            </a:r>
            <a:endParaRPr sz="900">
              <a:solidFill>
                <a:srgbClr val="333333"/>
              </a:solidFill>
            </a:endParaRPr>
          </a:p>
        </p:txBody>
      </p:sp>
      <p:sp>
        <p:nvSpPr>
          <p:cNvPr id="5436" name="Google Shape;5436;p26"/>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dirty="0">
                <a:solidFill>
                  <a:srgbClr val="43DFF4"/>
                </a:solidFill>
              </a:rPr>
              <a:t>1</a:t>
            </a:r>
            <a:r>
              <a:rPr lang="en-US" altLang="ja-JP" sz="900" dirty="0">
                <a:solidFill>
                  <a:srgbClr val="43DFF4"/>
                </a:solidFill>
              </a:rPr>
              <a:t>4</a:t>
            </a:r>
            <a:endParaRPr sz="900" dirty="0">
              <a:solidFill>
                <a:srgbClr val="43DFF4"/>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440"/>
        <p:cNvGrpSpPr/>
        <p:nvPr/>
      </p:nvGrpSpPr>
      <p:grpSpPr>
        <a:xfrm>
          <a:off x="0" y="0"/>
          <a:ext cx="0" cy="0"/>
          <a:chOff x="0" y="0"/>
          <a:chExt cx="0" cy="0"/>
        </a:xfrm>
      </p:grpSpPr>
      <p:pic>
        <p:nvPicPr>
          <p:cNvPr id="7" name="図 6" descr="テキスト&#10;&#10;AI 生成コンテンツは誤りを含む可能性があります。">
            <a:extLst>
              <a:ext uri="{FF2B5EF4-FFF2-40B4-BE49-F238E27FC236}">
                <a16:creationId xmlns:a16="http://schemas.microsoft.com/office/drawing/2014/main" id="{2E09CB6C-5DFA-1383-4234-5B3C2291D80D}"/>
              </a:ext>
            </a:extLst>
          </p:cNvPr>
          <p:cNvPicPr>
            <a:picLocks noChangeAspect="1"/>
          </p:cNvPicPr>
          <p:nvPr/>
        </p:nvPicPr>
        <p:blipFill>
          <a:blip r:embed="rId3"/>
          <a:stretch>
            <a:fillRect/>
          </a:stretch>
        </p:blipFill>
        <p:spPr>
          <a:xfrm>
            <a:off x="3009378" y="648828"/>
            <a:ext cx="3125244" cy="1121363"/>
          </a:xfrm>
          <a:prstGeom prst="rect">
            <a:avLst/>
          </a:prstGeom>
        </p:spPr>
      </p:pic>
      <p:sp>
        <p:nvSpPr>
          <p:cNvPr id="9" name="テキスト ボックス 8">
            <a:extLst>
              <a:ext uri="{FF2B5EF4-FFF2-40B4-BE49-F238E27FC236}">
                <a16:creationId xmlns:a16="http://schemas.microsoft.com/office/drawing/2014/main" id="{CF5D7557-573D-8E67-E2F8-C37609FC1B5C}"/>
              </a:ext>
            </a:extLst>
          </p:cNvPr>
          <p:cNvSpPr txBox="1"/>
          <p:nvPr/>
        </p:nvSpPr>
        <p:spPr>
          <a:xfrm>
            <a:off x="423531" y="1770191"/>
            <a:ext cx="8577744" cy="3195747"/>
          </a:xfrm>
          <a:prstGeom prst="rect">
            <a:avLst/>
          </a:prstGeom>
          <a:noFill/>
        </p:spPr>
        <p:txBody>
          <a:bodyPr wrap="square">
            <a:spAutoFit/>
          </a:bodyPr>
          <a:lstStyle/>
          <a:p>
            <a:pPr>
              <a:lnSpc>
                <a:spcPts val="1100"/>
              </a:lnSpc>
            </a:pPr>
            <a:r>
              <a:rPr lang="en-US" altLang="ja-JP" sz="1050" dirty="0"/>
              <a:t>【Disclaimer]</a:t>
            </a:r>
          </a:p>
          <a:p>
            <a:pPr>
              <a:lnSpc>
                <a:spcPts val="1100"/>
              </a:lnSpc>
            </a:pPr>
            <a:r>
              <a:rPr lang="en-US" altLang="ja-JP" sz="1050" dirty="0"/>
              <a:t>This document has been prepared for the purpose of providing general information regarding VERUA LIMITED's ("Company") business policies, financial strategies, and cryptocurrencies (digital assets). It is not intended to conclude any financial transaction contracts, solicit investments, solicit acquisitions, provide advice, or recommend buying or selling.</a:t>
            </a:r>
          </a:p>
          <a:p>
            <a:pPr>
              <a:lnSpc>
                <a:spcPts val="1100"/>
              </a:lnSpc>
            </a:pPr>
            <a:r>
              <a:rPr lang="en-US" altLang="ja-JP" sz="1050" dirty="0"/>
              <a:t>The contents of this document may include future outlooks, plans, predictions, simulations, and strategies. These are based on information available at the time of preparation and certain assumptions, and do not guarantee future performance, prices, profitability, or results.</a:t>
            </a:r>
          </a:p>
          <a:p>
            <a:pPr>
              <a:lnSpc>
                <a:spcPts val="1100"/>
              </a:lnSpc>
            </a:pPr>
            <a:r>
              <a:rPr lang="en-US" altLang="ja-JP" sz="1050" dirty="0"/>
              <a:t>The cryptocurrency market is subject to extreme price fluctuations, and asset values ​​may fluctuate significantly or be damaged due to factors such as liquidity, market structure, regulatory environment, technical factors, counterparty risk, system failures, cyber risk, and macroeconomic factors.</a:t>
            </a:r>
          </a:p>
          <a:p>
            <a:pPr>
              <a:lnSpc>
                <a:spcPts val="1100"/>
              </a:lnSpc>
            </a:pPr>
            <a:r>
              <a:rPr lang="en-US" altLang="ja-JP" sz="1050" dirty="0"/>
              <a:t>While we strive to improve our risk management, hedging, and financial defense strategies, unexpected losses may occur due to sudden changes in market conditions, a lack of liquidity, external factors such as exchanges and custody providers, or unforeseen events.</a:t>
            </a:r>
          </a:p>
          <a:p>
            <a:pPr>
              <a:lnSpc>
                <a:spcPts val="1100"/>
              </a:lnSpc>
            </a:pPr>
            <a:r>
              <a:rPr lang="en-US" altLang="ja-JP" sz="1050" dirty="0"/>
              <a:t>The simulations, example positions, profit and loss models, and investment images contained in this document are for illustrative purposes only and do not represent actual investment results.</a:t>
            </a:r>
          </a:p>
          <a:p>
            <a:pPr>
              <a:lnSpc>
                <a:spcPts val="1100"/>
              </a:lnSpc>
            </a:pPr>
            <a:r>
              <a:rPr lang="en-US" altLang="ja-JP" sz="1050" dirty="0"/>
              <a:t>Legal regulations, tax systems, accounting standards, and supervisory policies are subject to change in the future, which may affect our business, financial situation, or strategies. The accuracy, completeness, or currency of the information in this document is not guaranteed, and we shall not be liable, to the extent permitted by law, for any damages arising from the use of this document.</a:t>
            </a:r>
          </a:p>
          <a:p>
            <a:pPr>
              <a:lnSpc>
                <a:spcPts val="1100"/>
              </a:lnSpc>
            </a:pPr>
            <a:r>
              <a:rPr lang="en-US" altLang="ja-JP" sz="1050" dirty="0"/>
              <a:t>Final decisions based on the contents of this document are made at the user's own discretion and responsibility. Please consult with a lawyer, certified public accountant, tax accountant, financial advisor, or other professional, if necessary.</a:t>
            </a:r>
          </a:p>
          <a:p>
            <a:pPr>
              <a:lnSpc>
                <a:spcPts val="1100"/>
              </a:lnSpc>
            </a:pPr>
            <a:r>
              <a:rPr lang="en-US" altLang="ja-JP" sz="1050" dirty="0"/>
              <a:t>Unauthorized reproduction, duplication, or distribution of this document, in whole or in part, is prohibited.</a:t>
            </a:r>
          </a:p>
          <a:p>
            <a:pPr>
              <a:lnSpc>
                <a:spcPts val="1100"/>
              </a:lnSpc>
            </a:pPr>
            <a:endParaRPr lang="en-US" altLang="ja-JP" sz="1050" dirty="0"/>
          </a:p>
          <a:p>
            <a:pPr>
              <a:lnSpc>
                <a:spcPts val="1100"/>
              </a:lnSpc>
            </a:pPr>
            <a:r>
              <a:rPr lang="en-US" altLang="ja-JP" sz="1050" dirty="0"/>
              <a:t>[Note on Risks Specific to Cryptocurrencies]</a:t>
            </a:r>
          </a:p>
          <a:p>
            <a:pPr>
              <a:lnSpc>
                <a:spcPts val="1100"/>
              </a:lnSpc>
            </a:pPr>
            <a:r>
              <a:rPr lang="en-US" altLang="ja-JP" sz="1050" dirty="0"/>
              <a:t>Unlike legal tender and deposits, cryptocurrencies are not subject to deposit insurance systems or other public protection.</a:t>
            </a:r>
            <a:endParaRPr lang="ja-JP" altLang="en-US" sz="1050" dirty="0"/>
          </a:p>
        </p:txBody>
      </p:sp>
      <p:sp>
        <p:nvSpPr>
          <p:cNvPr id="10" name="Google Shape;4351;p23">
            <a:extLst>
              <a:ext uri="{FF2B5EF4-FFF2-40B4-BE49-F238E27FC236}">
                <a16:creationId xmlns:a16="http://schemas.microsoft.com/office/drawing/2014/main" id="{B7035F79-E36C-E4C4-DBB5-07A5A2F80FEE}"/>
              </a:ext>
            </a:extLst>
          </p:cNvPr>
          <p:cNvSpPr txBox="1"/>
          <p:nvPr/>
        </p:nvSpPr>
        <p:spPr>
          <a:xfrm>
            <a:off x="8524875" y="4810125"/>
            <a:ext cx="476400" cy="190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ja" sz="900" dirty="0">
                <a:solidFill>
                  <a:srgbClr val="43DFF4"/>
                </a:solidFill>
              </a:rPr>
              <a:t>1</a:t>
            </a:r>
            <a:r>
              <a:rPr lang="en-US" altLang="ja-JP" sz="900" dirty="0">
                <a:solidFill>
                  <a:srgbClr val="43DFF4"/>
                </a:solidFill>
              </a:rPr>
              <a:t>5</a:t>
            </a:r>
            <a:endParaRPr sz="900" dirty="0">
              <a:solidFill>
                <a:srgbClr val="43DFF4"/>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347</TotalTime>
  <Words>1764</Words>
  <Application>Microsoft Office PowerPoint</Application>
  <PresentationFormat>画面に合わせる (16:9)</PresentationFormat>
  <Paragraphs>195</Paragraphs>
  <Slides>15</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メイリオ</vt:lpstr>
      <vt:lpstr>Arial</vt:lpstr>
      <vt:lpstr>Simple Light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keiji akasaka</cp:lastModifiedBy>
  <cp:revision>5</cp:revision>
  <dcterms:modified xsi:type="dcterms:W3CDTF">2026-02-07T08:57:22Z</dcterms:modified>
</cp:coreProperties>
</file>